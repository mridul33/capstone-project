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474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565"/>
  </p:normalViewPr>
  <p:slideViewPr>
    <p:cSldViewPr snapToGrid="0" snapToObjects="1">
      <p:cViewPr varScale="1">
        <p:scale>
          <a:sx n="113" d="100"/>
          <a:sy n="113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337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8595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rPr b="1" dirty="0"/>
              <a:t>Comparing LLMs and Fine-Tuned Transformer-Based Models for Biomedical NER and Relation Extraction for Knowledge Graph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1737360"/>
            <a:ext cx="1828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50" b="1">
                <a:solidFill>
                  <a:srgbClr val="111111"/>
                </a:solidFill>
                <a:latin typeface="Arial"/>
              </a:rPr>
              <a:t>Student Name - Mridul Milan
Student ID - 25234387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04288"/>
            <a:ext cx="10000000" cy="400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 b="0"/>
            </a:pPr>
            <a:r>
              <a:t>Project Progress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50000"/>
            <a:ext cx="10424160" cy="145000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1700"/>
            </a:pPr>
            <a:r>
              <a:t>• Research proposal, literature review, research gap, and methodology are finalised.</a:t>
            </a:r>
          </a:p>
          <a:p>
            <a:pPr>
              <a:defRPr sz="1700"/>
            </a:pPr>
            <a:r>
              <a:t>• Initial development has started with BioRED inspection in Google Colab.</a:t>
            </a:r>
          </a:p>
          <a:p>
            <a:pPr>
              <a:defRPr sz="1700"/>
            </a:pPr>
            <a:r>
              <a:t>• Official BioRED Train/Dev/Test files were identified.</a:t>
            </a:r>
          </a:p>
          <a:p>
            <a:pPr>
              <a:defRPr sz="1700"/>
            </a:pPr>
            <a:r>
              <a:t>• One training document was parsed into a structured entity table.</a:t>
            </a:r>
          </a:p>
          <a:p>
            <a:pPr>
              <a:defRPr sz="1700"/>
            </a:pPr>
            <a:r>
              <a:t>• Today: methodology, development, planned pilot, and evaluation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40000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900" b="0"/>
            </a:pPr>
            <a:r>
              <a:t>Current focus: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750000"/>
            <a:ext cx="10058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Methodology  →  BioRED Development  →  Pilot Experiment  → 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600" b="0"/>
            </a:pPr>
            <a:r>
              <a:rPr b="1" dirty="0"/>
              <a:t>Methodology: Two Parallel Extraction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515600" cy="301752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2100"/>
            </a:pPr>
            <a:r>
              <a:t>• Both pipelines will use the same BioRED abstracts and gold-standard annotations.</a:t>
            </a:r>
          </a:p>
          <a:p>
            <a:pPr>
              <a:defRPr sz="2100"/>
            </a:pPr>
            <a:r>
              <a:t>• Pipeline 1: fine-tuned biomedical transformer model such as BioBERT or PubMedBERT.</a:t>
            </a:r>
          </a:p>
          <a:p>
            <a:pPr>
              <a:defRPr sz="2100"/>
            </a:pPr>
            <a:r>
              <a:t>• Pipeline 2: LLM prompt-based extraction using structured zero-shot and few-shot prompts.</a:t>
            </a:r>
          </a:p>
          <a:p>
            <a:pPr>
              <a:defRPr sz="2100"/>
            </a:pPr>
            <a:r>
              <a:t>• Both approaches will extract biomedical entities and relations from the same input text.</a:t>
            </a:r>
          </a:p>
          <a:p>
            <a:pPr>
              <a:defRPr sz="2100"/>
            </a:pPr>
            <a:r>
              <a:t>• Outputs will be converted into a common structured format for fair comparison.</a:t>
            </a:r>
          </a:p>
          <a:p>
            <a:pPr>
              <a:defRPr sz="2100"/>
            </a:pPr>
            <a:r>
              <a:t>• Final extracted entities and relations will support biomedical knowledge graph construction.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230368"/>
            <a:ext cx="9966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Same dataset + same labels + same metrics = fair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600" b="0"/>
            </a:pPr>
            <a:r>
              <a:rPr b="1" dirty="0"/>
              <a:t>Development Progress: </a:t>
            </a:r>
            <a:r>
              <a:rPr b="1" dirty="0" err="1"/>
              <a:t>BioRED</a:t>
            </a:r>
            <a:r>
              <a:rPr b="1" dirty="0"/>
              <a:t> Dataset Inspection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828800"/>
          <a:ext cx="108356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Item inspected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Current status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Output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Official dataset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Downloaded from NCBI source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BIORED.zip extracted in Colab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Dataset splits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Train, Dev, and Test identified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Train split loaded for inspection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Available formats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BioC JSON, BioC XML, PubTator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BioC JSON selected for parsing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3232" y="5074920"/>
            <a:ext cx="9966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/>
            </a:pPr>
            <a:r>
              <a:t>Initial result: the training BioC JSON file was loaded successfully and contains 400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987551"/>
            <a:ext cx="1060704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600" b="0"/>
            </a:pPr>
            <a:r>
              <a:rPr b="1" dirty="0"/>
              <a:t>Development Progress: Entity Annotation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Implemented for one sample BioRED training document in Google Colab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40280"/>
            <a:ext cx="5166360" cy="1874519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35000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4837176" cy="128016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1800"/>
            </a:pPr>
            <a:r>
              <a:t>• Loaded the first training document.</a:t>
            </a:r>
          </a:p>
          <a:p>
            <a:pPr>
              <a:defRPr sz="1800"/>
            </a:pPr>
            <a:r>
              <a:t>• Read title and abstract passages.</a:t>
            </a:r>
          </a:p>
          <a:p>
            <a:pPr>
              <a:defRPr sz="1800"/>
            </a:pPr>
            <a:r>
              <a:t>• Extracted entity annotations.</a:t>
            </a:r>
          </a:p>
          <a:p>
            <a:pPr>
              <a:defRPr sz="1800"/>
            </a:pPr>
            <a:r>
              <a:t>• Assigned passage type as title or abstract.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240280"/>
            <a:ext cx="5166360" cy="1874519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35000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Structured entity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743200"/>
            <a:ext cx="4837176" cy="128016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1800"/>
            </a:pPr>
            <a:r>
              <a:t>• document_id and entity_id</a:t>
            </a:r>
          </a:p>
          <a:p>
            <a:pPr>
              <a:defRPr sz="1800"/>
            </a:pPr>
            <a:r>
              <a:t>• biomedical identifier</a:t>
            </a:r>
          </a:p>
          <a:p>
            <a:pPr>
              <a:defRPr sz="1800"/>
            </a:pPr>
            <a:r>
              <a:t>• entity_type and entity_text</a:t>
            </a:r>
          </a:p>
          <a:p>
            <a:pPr>
              <a:defRPr sz="1800"/>
            </a:pPr>
            <a:r>
              <a:t>• offset and length</a:t>
            </a:r>
          </a:p>
          <a:p>
            <a:pPr>
              <a:defRPr sz="1800"/>
            </a:pPr>
            <a:r>
              <a:t>• passage_type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97679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/>
            </a:pPr>
            <a:r>
              <a:t>Implementation note: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56048"/>
            <a:ext cx="10058400" cy="82296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1800"/>
            </a:pPr>
            <a:r>
              <a:t>• BioRED JSON passages do not include explicit passage labels, so passage index was used: passage 0 = title and passage 1 = abstract.</a:t>
            </a:r>
          </a:p>
          <a:p>
            <a:pPr>
              <a:defRPr sz="1800"/>
            </a:pPr>
            <a:r>
              <a:t>• The current entity table contains 32 annotations for the first training document.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600" b="0"/>
            </a:pPr>
            <a:r>
              <a:rPr b="1" dirty="0"/>
              <a:t>Planned Pilot Experiment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691640"/>
          <a:ext cx="11018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Pilot stage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Planned action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Purpose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Outcome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Sample selection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 one annotated BioRED document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Test workflow before full experiments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One document benchmark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Gold annotations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Extract entities and relations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Create reference output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Gold sample for comparison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 input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Prepare transformer and LLM formats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Check pipeline compatibility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Reusable input format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" y="4150000"/>
            <a:ext cx="3000000" cy="300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0"/>
            </a:pPr>
            <a:r>
              <a:t>Pilot workflow: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550000"/>
            <a:ext cx="10000000" cy="100000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1500"/>
            </a:pPr>
            <a:r>
              <a:t>• Parse gold-standard relations for the same document.</a:t>
            </a:r>
          </a:p>
          <a:p>
            <a:pPr>
              <a:defRPr sz="1500"/>
            </a:pPr>
            <a:r>
              <a:t>• Validate entity character offsets against original text.</a:t>
            </a:r>
          </a:p>
          <a:p>
            <a:pPr>
              <a:defRPr sz="1500"/>
            </a:pPr>
            <a:r>
              <a:t>• Export the document into a common JSON structure.</a:t>
            </a:r>
          </a:p>
          <a:p>
            <a:pPr>
              <a:defRPr sz="1500"/>
            </a:pPr>
            <a:r>
              <a:t>• Apply an initial zero-shot LLM prompt and manually compare with gold annotations.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600" b="0"/>
            </a:pPr>
            <a:r>
              <a:rPr b="1" dirty="0"/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27632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900" b="0"/>
            </a:pPr>
            <a:r>
              <a:t>Evaluation will be carried out separately for NER and relation extraction.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48840"/>
            <a:ext cx="5166360" cy="2697480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25856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Named Entity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4837176" cy="210312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1800"/>
            </a:pPr>
            <a:r>
              <a:t>• Exact-match entity evaluation.</a:t>
            </a:r>
          </a:p>
          <a:p>
            <a:pPr>
              <a:defRPr sz="1800"/>
            </a:pPr>
            <a:r>
              <a:t>• Correct boundary and entity type required.</a:t>
            </a:r>
          </a:p>
          <a:p>
            <a:pPr>
              <a:defRPr sz="1800"/>
            </a:pPr>
            <a:r>
              <a:t>• Calculate Precision, Recall, and F1-score.</a:t>
            </a:r>
          </a:p>
          <a:p>
            <a:pPr>
              <a:defRPr sz="1800"/>
            </a:pPr>
            <a:r>
              <a:t>• Analyse missed and incorrect 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148840"/>
            <a:ext cx="5166360" cy="2697480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25856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Relation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651760"/>
            <a:ext cx="4837176" cy="210312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1800"/>
            </a:pPr>
            <a:r>
              <a:t>• Compare predicted relations with BioRED gold labels.</a:t>
            </a:r>
          </a:p>
          <a:p>
            <a:pPr>
              <a:defRPr sz="1800"/>
            </a:pPr>
            <a:r>
              <a:t>• Correct entity pair and relation type required.</a:t>
            </a:r>
          </a:p>
          <a:p>
            <a:pPr>
              <a:defRPr sz="1800"/>
            </a:pPr>
            <a:r>
              <a:t>• Calculate Precision, Recall, and F1-score.</a:t>
            </a:r>
          </a:p>
          <a:p>
            <a:pPr>
              <a:defRPr sz="1800"/>
            </a:pPr>
            <a:r>
              <a:t>• Repeat selected LLM prompts to assess consistency.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57800"/>
            <a:ext cx="10707624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/>
            </a:pPr>
            <a:r>
              <a:rPr dirty="0"/>
              <a:t>Correct preprocessing is essential because evaluation depends on preserved offsets, labels, and relation IDs.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600" b="0"/>
            </a:pPr>
            <a:r>
              <a:rPr b="1" dirty="0"/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515600" cy="3200400"/>
          </a:xfrm>
          <a:prstGeom prst="rect">
            <a:avLst/>
          </a:prstGeom>
          <a:noFill/>
        </p:spPr>
        <p:txBody>
          <a:bodyPr wrap="square" lIns="0" tIns="18288" rIns="36576" bIns="18288">
            <a:spAutoFit/>
          </a:bodyPr>
          <a:lstStyle/>
          <a:p>
            <a:pPr>
              <a:defRPr sz="2200"/>
            </a:pPr>
            <a:r>
              <a:t>• Parse BioRED relation annotations into a structured relation table.</a:t>
            </a:r>
          </a:p>
          <a:p>
            <a:pPr>
              <a:defRPr sz="2200"/>
            </a:pPr>
            <a:r>
              <a:t>• Validate entity character offsets against the title and abstract text.</a:t>
            </a:r>
          </a:p>
          <a:p>
            <a:pPr>
              <a:defRPr sz="2200"/>
            </a:pPr>
            <a:r>
              <a:t>• Export the sample document into a common JSON format.</a:t>
            </a:r>
          </a:p>
          <a:p>
            <a:pPr>
              <a:defRPr sz="2200"/>
            </a:pPr>
            <a:r>
              <a:t>• Inspect entity and relation labels across the full training split.</a:t>
            </a:r>
          </a:p>
          <a:p>
            <a:pPr>
              <a:defRPr sz="2200"/>
            </a:pPr>
            <a:r>
              <a:t>• Finalise the primary transformer baseline: BioBERT or PubMedBERT.</a:t>
            </a:r>
          </a:p>
          <a:p>
            <a:pPr>
              <a:defRPr sz="2200"/>
            </a:pPr>
            <a:r>
              <a:t>• Design the initial zero-shot LLM prompt using fixed BioRED labels.</a:t>
            </a:r>
          </a:p>
          <a:p>
            <a:pPr>
              <a:defRPr sz="2200"/>
            </a:pPr>
            <a:r>
              <a:t>• Run the pilot experiment and use it to refine preprocessing before full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257800"/>
            <a:ext cx="9966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0"/>
            </a:pPr>
            <a:r>
              <a:t>Immediate goal: complete relation parsing and offset validation before starting model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731</Words>
  <Application>Microsoft Macintosh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Galway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LLMs and Fine-Tuned Transformer-Based Models for Biomedical NER and Relation Extraction for Knowledge Graph Construction</dc:title>
  <dc:subject>Capstone Literature Review and Methodology</dc:subject>
  <dc:creator>OpenAI</dc:creator>
  <cp:lastModifiedBy>Milan, Mridul</cp:lastModifiedBy>
  <cp:revision>6</cp:revision>
  <dcterms:created xsi:type="dcterms:W3CDTF">2026-05-24T09:38:34Z</dcterms:created>
  <dcterms:modified xsi:type="dcterms:W3CDTF">2026-07-02T14:21:50Z</dcterms:modified>
</cp:coreProperties>
</file>