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7474"/>
    <a:srgbClr val="5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565"/>
  </p:normalViewPr>
  <p:slideViewPr>
    <p:cSldViewPr snapToGrid="0" snapToObjects="1">
      <p:cViewPr varScale="1">
        <p:scale>
          <a:sx n="113" d="100"/>
          <a:sy n="113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337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4231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78992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</a:rPr>
              <a:t>Comparing LLMs and Fine-Tuned Transformer-Based Models for Biomedical NER and Relation Extraction for Knowledge Graph Construction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964692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Student Name - Mridul Milan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Student ID - 25234387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66928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Project Focus: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2633472"/>
            <a:ext cx="100126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20" dirty="0">
                <a:solidFill>
                  <a:srgbClr val="111111"/>
                </a:solidFill>
              </a:rPr>
              <a:t>Extract structured biomedical entities and relationships from biomedical research abstracts.</a:t>
            </a:r>
            <a:endParaRPr lang="en-US" sz="1320" dirty="0"/>
          </a:p>
          <a:p>
            <a:r>
              <a:rPr lang="en-US" sz="1320" dirty="0">
                <a:solidFill>
                  <a:srgbClr val="111111"/>
                </a:solidFill>
              </a:rPr>
              <a:t>Compare fine-tuned biomedical transformer models with LLM-based prompt extraction.</a:t>
            </a:r>
            <a:endParaRPr lang="en-US" sz="1320" dirty="0"/>
          </a:p>
          <a:p>
            <a:r>
              <a:rPr lang="en-US" sz="1320" dirty="0">
                <a:solidFill>
                  <a:srgbClr val="111111"/>
                </a:solidFill>
              </a:rPr>
              <a:t>Evaluate both approaches using labelled biomedical data.</a:t>
            </a:r>
            <a:endParaRPr lang="en-US" sz="1320" dirty="0"/>
          </a:p>
          <a:p>
            <a:r>
              <a:rPr lang="en-US" sz="1320" dirty="0">
                <a:solidFill>
                  <a:srgbClr val="111111"/>
                </a:solidFill>
              </a:rPr>
              <a:t>Use extracted entities and relations to construct a biomedical knowledge graph.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566928" y="3913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Major Focus: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4279392"/>
            <a:ext cx="9829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00050"/>
                </a:solidFill>
              </a:rPr>
              <a:t>Biomedical NER + Relation Extraction  →  Evaluation  →  Knowledge Graph Construction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This presentation covers the literature review, research gap, proposed methodology, and datasets.</a:t>
            </a:r>
            <a:endParaRPr lang="en-US" sz="1300" dirty="0"/>
          </a:p>
        </p:txBody>
      </p:sp>
      <p:sp>
        <p:nvSpPr>
          <p:cNvPr id="1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96928" y="0"/>
            <a:ext cx="109728" cy="6858000"/>
          </a:xfrm>
          <a:prstGeom prst="rect">
            <a:avLst/>
          </a:prstGeom>
          <a:solidFill>
            <a:srgbClr val="A00050"/>
          </a:solidFill>
          <a:ln w="127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469880" y="5989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ofGalway.ie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84280" y="60716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o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4231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PDD Papers Summary</a:t>
            </a:r>
            <a:endParaRPr lang="en-US" sz="2500" dirty="0"/>
          </a:p>
        </p:txBody>
      </p:sp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254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66928" y="1627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555555"/>
                </a:solidFill>
              </a:rPr>
              <a:t>Earlier, the project was based on general scientific information extraction from research papers.</a:t>
            </a:r>
            <a:endParaRPr lang="en-US" sz="1320" dirty="0"/>
          </a:p>
        </p:txBody>
      </p:sp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984248"/>
            <a:ext cx="10716768" cy="23500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679011"/>
              </p:ext>
            </p:extLst>
          </p:nvPr>
        </p:nvGraphicFramePr>
        <p:xfrm>
          <a:off x="566928" y="1984248"/>
          <a:ext cx="10716768" cy="23317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6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5050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1220" dirty="0">
                        <a:solidFill>
                          <a:srgbClr val="505050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b="1" dirty="0">
                          <a:solidFill>
                            <a:srgbClr val="74747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contribution</a:t>
                      </a:r>
                      <a:endParaRPr lang="en-US" sz="1220" dirty="0">
                        <a:solidFill>
                          <a:srgbClr val="747474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S2ORC — Lo et al. (2020)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Large-scale scientific paper corpus with metadata and parsed paper text.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Luan et al. (2018)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extraction of entities, relations, and coreference for scientific knowledge graph construction.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Wadden et al. (2019)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Span-based entity and relation extraction using contextualized representations.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S2AND — Subramanian et al. (2021)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2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Highlights academic data quality and reliable author/entity representation.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984248"/>
            <a:ext cx="10716768" cy="466344"/>
          </a:xfrm>
          <a:prstGeom prst="rect">
            <a:avLst/>
          </a:prstGeom>
          <a:solidFill>
            <a:srgbClr val="A00050"/>
          </a:solidFill>
          <a:ln w="127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6656" y="21122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Paper</a:t>
            </a:r>
            <a:endParaRPr lang="en-US" sz="1220" dirty="0"/>
          </a:p>
        </p:txBody>
      </p:sp>
      <p:sp>
        <p:nvSpPr>
          <p:cNvPr id="10" name="Text 6"/>
          <p:cNvSpPr/>
          <p:nvPr/>
        </p:nvSpPr>
        <p:spPr>
          <a:xfrm>
            <a:off x="3785616" y="211226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Main contribution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713232" y="46177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300" b="1" dirty="0">
                <a:solidFill>
                  <a:srgbClr val="111111"/>
                </a:solidFill>
              </a:rPr>
              <a:t>Key insight: The previous literature shaped the initial scientific extraction direction, but S2ORC lacked labelled entity and relation data. This motivated the shift to the biomedical domain, where </a:t>
            </a:r>
            <a:r>
              <a:rPr lang="en-US" sz="1300" b="1" dirty="0" err="1">
                <a:solidFill>
                  <a:srgbClr val="111111"/>
                </a:solidFill>
              </a:rPr>
              <a:t>BioRED</a:t>
            </a:r>
            <a:r>
              <a:rPr lang="en-US" sz="1300" b="1" dirty="0">
                <a:solidFill>
                  <a:srgbClr val="111111"/>
                </a:solidFill>
              </a:rPr>
              <a:t> provides gold-standard annotations for NER and relation extraction.</a:t>
            </a:r>
            <a:endParaRPr lang="en-US" sz="1300" dirty="0"/>
          </a:p>
        </p:txBody>
      </p:sp>
      <p:sp>
        <p:nvSpPr>
          <p:cNvPr id="13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96928" y="0"/>
            <a:ext cx="109728" cy="6858000"/>
          </a:xfrm>
          <a:prstGeom prst="rect">
            <a:avLst/>
          </a:prstGeom>
          <a:solidFill>
            <a:srgbClr val="A00050"/>
          </a:solidFill>
          <a:ln w="127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0469880" y="5989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ofGalway.ie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84280" y="60716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4231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Transition: From S2ORC to BioRED</a:t>
            </a:r>
            <a:endParaRPr lang="en-US" sz="2500" dirty="0"/>
          </a:p>
        </p:txBody>
      </p:sp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254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Previous Dataset Considered: S2ORC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084832"/>
            <a:ext cx="45720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Large collection of scientific papers.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Useful for scientific text mining and knowledge modelling.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Contains metadata and parsed paper text.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Not a ready-made labelled biomedical NER/RE dataset.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00050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913632"/>
            <a:ext cx="48006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No direct gold-standard biomedical entity labels.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No direct biomedical relation labels for evaluation.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Difficult to calculate Precision, Recall, and F1-score without extra annotation.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465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New Dataset: BioRED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29400" y="2084832"/>
            <a:ext cx="4617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Domain-specific biomedical relation extraction dataset.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Provides labelled biomedical entities and relations.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Suitable for both NER and relation extraction.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Supports fair comparison between transformer and LLM-based extraction.</a:t>
            </a:r>
            <a:endParaRPr lang="en-US" sz="1250" dirty="0"/>
          </a:p>
        </p:txBody>
      </p:sp>
      <p:sp>
        <p:nvSpPr>
          <p:cNvPr id="1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664208"/>
            <a:ext cx="0" cy="342900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523036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A00050"/>
                </a:solidFill>
              </a:rPr>
              <a:t>Project movement: General, unlabelled scientific data  →  labelled, domain-specific biomedical data</a:t>
            </a:r>
            <a:endParaRPr lang="en-US" sz="1520" dirty="0"/>
          </a:p>
        </p:txBody>
      </p:sp>
      <p:sp>
        <p:nvSpPr>
          <p:cNvPr id="1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96928" y="0"/>
            <a:ext cx="109728" cy="6858000"/>
          </a:xfrm>
          <a:prstGeom prst="rect">
            <a:avLst/>
          </a:prstGeom>
          <a:solidFill>
            <a:srgbClr val="A00050"/>
          </a:solidFill>
          <a:ln w="127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69880" y="5989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ofGalway.ie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84280" y="60716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4231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Biomedical Literature Review Summary</a:t>
            </a:r>
            <a:endParaRPr lang="en-US" sz="2500" dirty="0"/>
          </a:p>
        </p:txBody>
      </p:sp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254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64208"/>
          <a:ext cx="10835640" cy="3776472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this project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BioBERT — Lee et al. (2020)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Biomedical transformer model for NER and relation extraction.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PubMedBERT — Gu et al. (2021)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Domain-specific biomedical language model trained on PubMed text.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BioRED — Luo et al. (2022)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labelled dataset for biomedical entities and relations.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 biomedical RE — Zhang et al. (2024)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 GPT/LLM-based biomedical relation extraction using prompts.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LLMs for Biomedical KG — Arsenyan et al. (2024)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Connects LLM extraction with biomedical knowledge graph construction.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EMBRE — Li and Verspoor (2024)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BioRED-style relation extraction using entity-aware masking.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664208"/>
            <a:ext cx="10835640" cy="539496"/>
          </a:xfrm>
          <a:prstGeom prst="rect">
            <a:avLst/>
          </a:prstGeom>
          <a:solidFill>
            <a:srgbClr val="A00050"/>
          </a:solidFill>
          <a:ln w="127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13232" y="18653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Paper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480560" y="186537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Relevance to this project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713232" y="583387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A00050"/>
                </a:solidFill>
              </a:rPr>
              <a:t>Overall finding: domain-specific models are strong for biomedical text, while LLMs are flexible but require careful validation.</a:t>
            </a:r>
            <a:endParaRPr lang="en-US" sz="1320" dirty="0"/>
          </a:p>
        </p:txBody>
      </p:sp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96928" y="0"/>
            <a:ext cx="109728" cy="6858000"/>
          </a:xfrm>
          <a:prstGeom prst="rect">
            <a:avLst/>
          </a:prstGeom>
          <a:solidFill>
            <a:srgbClr val="A00050"/>
          </a:solidFill>
          <a:ln w="127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853928" y="6108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ofGalway.ie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4231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and Proposed Methodology</a:t>
            </a:r>
            <a:endParaRPr lang="en-US" sz="2500" dirty="0"/>
          </a:p>
        </p:txBody>
      </p:sp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254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0050"/>
                </a:solidFill>
              </a:rPr>
              <a:t>Research Gap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232" y="208483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There is limited direct comparison between fine-tuned biomedical transformer models and LLM-based prompt extraction for biomedical NER and relation extraction using the same labelled dataset for knowledge graph construction.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0050"/>
                </a:solidFill>
              </a:rPr>
              <a:t>Proposed Approach: Two Parallel Pipelines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5295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Fine-tuned Transformer Pipeline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913632"/>
            <a:ext cx="44805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Use BioBERT or PubMedBERT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Fine-tune/adapt for biomedical NER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Perform relation extraction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Compare predictions with BioRED labels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46520" y="35295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LLM Prompt-Based Pipeline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29400" y="3913632"/>
            <a:ext cx="44805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Use structured zero-shot/few-shot prompts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Extract biomedical entities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Extract relations between entities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Convert output to structured format</a:t>
            </a:r>
            <a:endParaRPr lang="en-US" sz="1250" dirty="0"/>
          </a:p>
        </p:txBody>
      </p:sp>
      <p:sp>
        <p:nvSpPr>
          <p:cNvPr id="1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1032" y="3401568"/>
            <a:ext cx="0" cy="18745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377440" y="5532120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A00050"/>
                </a:solidFill>
              </a:rPr>
              <a:t>Same BioRED dataset + same metrics = fair comparison</a:t>
            </a:r>
            <a:endParaRPr lang="en-US" sz="155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96928" y="0"/>
            <a:ext cx="109728" cy="6858000"/>
          </a:xfrm>
          <a:prstGeom prst="rect">
            <a:avLst/>
          </a:prstGeom>
          <a:solidFill>
            <a:srgbClr val="A00050"/>
          </a:solidFill>
          <a:ln w="127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469880" y="5989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ofGalway.ie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84280" y="60716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423160" cy="59436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4294967295"/>
          </p:nvPr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BioRED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Dataset, Evaluation, and Expected Output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254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0050"/>
                </a:solidFill>
              </a:rPr>
              <a:t>Dataset: BioRED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232" y="202996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BioRED contains biomedical abstracts with annotated entities and document-level relations.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713232" y="2651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Entity Types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2999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Gene/Protein  •  Disease  •  Chemical  •  Variant  •  Species  •  Cell line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713232" y="3611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Relation Examples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39593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Gene–Disease  •  Chemical–Disease  •  Chemical–Chemical  •  Gene–Gene  •  Variant–Disease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713232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3232" y="49194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</a:rPr>
              <a:t>Precision  •  Recall  •  F1-score  •  Consistency of extracted relations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713232" y="5532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A00050"/>
                </a:solidFill>
              </a:rPr>
              <a:t>Expected Output: Extracted biomedical entities and relations stored as a Neo4j biomedical knowledge graph.</a:t>
            </a:r>
            <a:endParaRPr lang="en-US" sz="1450" dirty="0"/>
          </a:p>
        </p:txBody>
      </p:sp>
      <p:sp>
        <p:nvSpPr>
          <p:cNvPr id="1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96928" y="0"/>
            <a:ext cx="109728" cy="6858000"/>
          </a:xfrm>
          <a:prstGeom prst="rect">
            <a:avLst/>
          </a:prstGeom>
          <a:solidFill>
            <a:srgbClr val="A00050"/>
          </a:solidFill>
          <a:ln w="12700">
            <a:solidFill>
              <a:srgbClr val="A0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469880" y="5989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ofGalway.ie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84280" y="60716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55555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726</Words>
  <Application>Microsoft Macintosh PowerPoint</Application>
  <PresentationFormat>Widescreen</PresentationFormat>
  <Paragraphs>108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BioRED Dataset, Evaluation, and Expected Output</vt:lpstr>
    </vt:vector>
  </TitlesOfParts>
  <Company>University of Galway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LLMs and Fine-Tuned Transformer-Based Models for Biomedical NER and Relation Extraction for Knowledge Graph Construction</dc:title>
  <dc:subject>Capstone Literature Review and Methodology</dc:subject>
  <dc:creator>OpenAI</dc:creator>
  <cp:lastModifiedBy>Milan, Mridul</cp:lastModifiedBy>
  <cp:revision>4</cp:revision>
  <dcterms:created xsi:type="dcterms:W3CDTF">2026-05-24T09:38:34Z</dcterms:created>
  <dcterms:modified xsi:type="dcterms:W3CDTF">2026-05-24T09:54:28Z</dcterms:modified>
</cp:coreProperties>
</file>