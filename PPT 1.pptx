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16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03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5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5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7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8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5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4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9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33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5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3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11F3-B41C-1CBD-C854-A1018512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Capstone Project</a:t>
            </a:r>
            <a:br>
              <a:rPr lang="en-US" dirty="0"/>
            </a:br>
            <a:br>
              <a:rPr lang="en-US" sz="1400" dirty="0"/>
            </a:br>
            <a:r>
              <a:rPr lang="en-US" sz="1400" dirty="0"/>
              <a:t>Mridul Milan</a:t>
            </a:r>
            <a:br>
              <a:rPr lang="en-US" sz="1400" dirty="0"/>
            </a:br>
            <a:r>
              <a:rPr lang="en-US" sz="1400" dirty="0"/>
              <a:t>25234387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482C2-B49C-3D2C-E5EF-F6FB4A32D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Project Title</a:t>
            </a:r>
          </a:p>
          <a:p>
            <a:r>
              <a:rPr lang="en-IN" dirty="0"/>
              <a:t>Comparing LLMs and Fine-Tuned Transformer Models</a:t>
            </a:r>
            <a:br>
              <a:rPr lang="en-IN" dirty="0"/>
            </a:br>
            <a:r>
              <a:rPr lang="en-IN" dirty="0"/>
              <a:t>for Scientific Information Extraction</a:t>
            </a:r>
          </a:p>
          <a:p>
            <a:pPr marL="0" indent="0">
              <a:buNone/>
            </a:pPr>
            <a:r>
              <a:rPr lang="en-IN" b="1" dirty="0"/>
              <a:t>Problem</a:t>
            </a:r>
          </a:p>
          <a:p>
            <a:r>
              <a:rPr lang="en-IN" dirty="0"/>
              <a:t>Scientific papers contain valuable knowledge</a:t>
            </a:r>
          </a:p>
          <a:p>
            <a:r>
              <a:rPr lang="en-IN" dirty="0"/>
              <a:t>Information is unstructured and hard to extract</a:t>
            </a:r>
          </a:p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Extract:</a:t>
            </a:r>
          </a:p>
          <a:p>
            <a:pPr lvl="1"/>
            <a:r>
              <a:rPr lang="en-IN" dirty="0"/>
              <a:t>Entities (methods, datasets, tasks, metrics)</a:t>
            </a:r>
          </a:p>
          <a:p>
            <a:pPr lvl="1"/>
            <a:r>
              <a:rPr lang="en-IN" dirty="0"/>
              <a:t>Relationships between them</a:t>
            </a:r>
          </a:p>
          <a:p>
            <a:pPr marL="0" indent="0">
              <a:buNone/>
            </a:pPr>
            <a:r>
              <a:rPr lang="en-IN" b="1" dirty="0"/>
              <a:t>This Presentation</a:t>
            </a:r>
          </a:p>
          <a:p>
            <a:r>
              <a:rPr lang="en-IN" dirty="0"/>
              <a:t>Focus on Literature Review update</a:t>
            </a:r>
          </a:p>
          <a:p>
            <a:r>
              <a:rPr lang="en-IN" dirty="0"/>
              <a:t>Deep dive into Luan et al. (2018)</a:t>
            </a:r>
          </a:p>
          <a:p>
            <a:r>
              <a:rPr lang="en-IN" dirty="0"/>
              <a:t>Show how it refined my project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Key Paper Review: Luan et al. (2018)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Multi-task model for NER, relation extraction, and coreference</a:t>
            </a:r>
          </a:p>
          <a:p>
            <a:pPr>
              <a:defRPr sz="2000"/>
            </a:pPr>
            <a:r>
              <a:t>Joint learning improves extraction performance</a:t>
            </a:r>
          </a:p>
          <a:p>
            <a:pPr>
              <a:defRPr sz="2000"/>
            </a:pPr>
            <a:r>
              <a:t>Introduces SciERC dataset</a:t>
            </a:r>
          </a:p>
          <a:p>
            <a:pPr>
              <a:defRPr sz="2000"/>
            </a:pPr>
            <a:r>
              <a:t>Supports knowledge graph construction</a:t>
            </a:r>
          </a:p>
          <a:p>
            <a:pPr>
              <a:defRPr sz="2000"/>
            </a:pPr>
            <a:r>
              <a:t>Relevant as baseline for supervised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Multi-task models improve entity and relation extraction</a:t>
            </a:r>
          </a:p>
          <a:p>
            <a:pPr>
              <a:defRPr sz="2000"/>
            </a:pPr>
            <a:r>
              <a:t>Shift from pipeline → joint learning approaches</a:t>
            </a:r>
          </a:p>
          <a:p>
            <a:pPr>
              <a:defRPr sz="2000"/>
            </a:pPr>
            <a:r>
              <a:t>LLMs enable zero/few-shot extraction</a:t>
            </a:r>
          </a:p>
          <a:p>
            <a:pPr>
              <a:defRPr sz="2000"/>
            </a:pPr>
            <a:r>
              <a:t>Fine-tuned models: high accuracy but need data</a:t>
            </a:r>
          </a:p>
          <a:p>
            <a:pPr>
              <a:defRPr sz="2000"/>
            </a:pPr>
            <a:r>
              <a:t>LLMs: flexible but may lack consistency</a:t>
            </a:r>
          </a:p>
          <a:p>
            <a:pPr>
              <a:defRPr sz="2000"/>
            </a:pPr>
            <a:r>
              <a:t>Gap: Limited comparison between both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Compare fine-tuned models vs LLM-based extraction</a:t>
            </a:r>
          </a:p>
          <a:p>
            <a:pPr>
              <a:defRPr sz="2000"/>
            </a:pPr>
            <a:r>
              <a:t>Use SciERC for evaluation and S2ORC for data</a:t>
            </a:r>
          </a:p>
          <a:p>
            <a:pPr>
              <a:defRPr sz="2000"/>
            </a:pPr>
            <a:r>
              <a:t>Metrics: Precision, Recall, F1-score</a:t>
            </a:r>
          </a:p>
          <a:p>
            <a:pPr>
              <a:defRPr sz="2000"/>
            </a:pPr>
            <a:r>
              <a:t>Entities: methods, datasets, tasks, metrics</a:t>
            </a:r>
          </a:p>
          <a:p>
            <a:pPr>
              <a:defRPr sz="2000"/>
            </a:pPr>
            <a:r>
              <a:t>Relations: used-for, evaluated-on, achieves</a:t>
            </a:r>
          </a:p>
          <a:p>
            <a:pPr>
              <a:defRPr sz="2000"/>
            </a:pPr>
            <a:r>
              <a:t>Output stored in Neo4j knowledge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32</TotalTime>
  <Words>202</Words>
  <Application>Microsoft Macintosh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 Light</vt:lpstr>
      <vt:lpstr>Rockwell</vt:lpstr>
      <vt:lpstr>Wingdings</vt:lpstr>
      <vt:lpstr>Atlas</vt:lpstr>
      <vt:lpstr>Capstone Project  Mridul Milan 25234387</vt:lpstr>
      <vt:lpstr>Key Paper Review: Luan et al. (2018)</vt:lpstr>
      <vt:lpstr>Literature Review Insights</vt:lpstr>
      <vt:lpstr>Project Refinement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Milan, Mridul</cp:lastModifiedBy>
  <cp:revision>2</cp:revision>
  <dcterms:created xsi:type="dcterms:W3CDTF">2013-01-27T09:14:16Z</dcterms:created>
  <dcterms:modified xsi:type="dcterms:W3CDTF">2026-03-23T22:51:38Z</dcterms:modified>
  <cp:category/>
</cp:coreProperties>
</file>