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36" r:id="rId1"/>
    <p:sldMasterId id="2147483737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3" r:id="rId7"/>
    <p:sldId id="260" r:id="rId8"/>
    <p:sldId id="264" r:id="rId9"/>
  </p:sldIdLst>
  <p:sldSz cx="12192000" cy="6858000"/>
  <p:notesSz cx="6858000" cy="9144000"/>
  <p:embeddedFontLst>
    <p:embeddedFont>
      <p:font typeface="Garamond" panose="02020404030301010803" pitchFamily="18" charset="0"/>
      <p:regular r:id="rId11"/>
      <p:bold r:id="rId12"/>
      <p:italic r:id="rId13"/>
      <p:boldItalic r:id="rId14"/>
    </p:embeddedFont>
    <p:embeddedFont>
      <p:font typeface="Inter" panose="02000503000000020004" pitchFamily="2" charset="0"/>
      <p:regular r:id="rId15"/>
      <p:bold r:id="rId16"/>
      <p:italic r:id="rId17"/>
      <p:boldItalic r:id="rId18"/>
    </p:embeddedFont>
    <p:embeddedFont>
      <p:font typeface="Spectral" pitchFamily="2" charset="77"/>
      <p:regular r:id="rId19"/>
      <p:bold r:id="rId20"/>
      <p:italic r:id="rId21"/>
      <p:boldItalic r:id="rId22"/>
    </p:embeddedFont>
    <p:embeddedFont>
      <p:font typeface="Spectral Light" pitchFamily="2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62646C-1624-4FF3-A1A1-C6EDF83D9BA7}">
  <a:tblStyle styleId="{FE62646C-1624-4FF3-A1A1-C6EDF83D9B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3447" autoAdjust="0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8" name="Google Shape;5408;g26818f26998_0_26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09" name="Google Shape;5409;g26818f26998_0_2676:notes"/>
          <p:cNvSpPr txBox="1">
            <a:spLocks noGrp="1"/>
          </p:cNvSpPr>
          <p:nvPr>
            <p:ph type="body" idx="1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22700" rIns="45425" bIns="22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0" name="Google Shape;5410;g26818f26998_0_2676:notes"/>
          <p:cNvSpPr txBox="1">
            <a:spLocks noGrp="1"/>
          </p:cNvSpPr>
          <p:nvPr>
            <p:ph type="sldNum" idx="12"/>
          </p:nvPr>
        </p:nvSpPr>
        <p:spPr>
          <a:xfrm>
            <a:off x="3884431" y="8685774"/>
            <a:ext cx="29721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22700" rIns="45425" bIns="22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" name="Google Shape;5416;g26818f26998_0_10508:notes"/>
          <p:cNvSpPr txBox="1">
            <a:spLocks noGrp="1"/>
          </p:cNvSpPr>
          <p:nvPr>
            <p:ph type="body" idx="1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7" name="Google Shape;5417;g26818f26998_0_10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5">
          <a:extLst>
            <a:ext uri="{FF2B5EF4-FFF2-40B4-BE49-F238E27FC236}">
              <a16:creationId xmlns:a16="http://schemas.microsoft.com/office/drawing/2014/main" id="{6BF55ED0-B72B-DAFA-8CA4-EDAC237BC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" name="Google Shape;5416;g26818f26998_0_10508:notes">
            <a:extLst>
              <a:ext uri="{FF2B5EF4-FFF2-40B4-BE49-F238E27FC236}">
                <a16:creationId xmlns:a16="http://schemas.microsoft.com/office/drawing/2014/main" id="{A8708F3B-6710-6913-D02C-71EF3AA13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7" name="Google Shape;5417;g26818f26998_0_10508:notes">
            <a:extLst>
              <a:ext uri="{FF2B5EF4-FFF2-40B4-BE49-F238E27FC236}">
                <a16:creationId xmlns:a16="http://schemas.microsoft.com/office/drawing/2014/main" id="{7F6ADE25-9F71-A450-3814-2B72A79D76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7343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5">
          <a:extLst>
            <a:ext uri="{FF2B5EF4-FFF2-40B4-BE49-F238E27FC236}">
              <a16:creationId xmlns:a16="http://schemas.microsoft.com/office/drawing/2014/main" id="{C6256CC8-4B0D-4EE4-A8B8-33E70569D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" name="Google Shape;5416;g26818f26998_0_10508:notes">
            <a:extLst>
              <a:ext uri="{FF2B5EF4-FFF2-40B4-BE49-F238E27FC236}">
                <a16:creationId xmlns:a16="http://schemas.microsoft.com/office/drawing/2014/main" id="{C8290305-519F-3D59-F18C-DCA77115AA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7" name="Google Shape;5417;g26818f26998_0_10508:notes">
            <a:extLst>
              <a:ext uri="{FF2B5EF4-FFF2-40B4-BE49-F238E27FC236}">
                <a16:creationId xmlns:a16="http://schemas.microsoft.com/office/drawing/2014/main" id="{6E90F238-33A7-37A2-2096-7FAE3798F5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7457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5">
          <a:extLst>
            <a:ext uri="{FF2B5EF4-FFF2-40B4-BE49-F238E27FC236}">
              <a16:creationId xmlns:a16="http://schemas.microsoft.com/office/drawing/2014/main" id="{793562E1-3DA2-4049-4043-F6243092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" name="Google Shape;5416;g26818f26998_0_10508:notes">
            <a:extLst>
              <a:ext uri="{FF2B5EF4-FFF2-40B4-BE49-F238E27FC236}">
                <a16:creationId xmlns:a16="http://schemas.microsoft.com/office/drawing/2014/main" id="{AF503086-DC83-375B-9775-0D46F78A6B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7" name="Google Shape;5417;g26818f26998_0_10508:notes">
            <a:extLst>
              <a:ext uri="{FF2B5EF4-FFF2-40B4-BE49-F238E27FC236}">
                <a16:creationId xmlns:a16="http://schemas.microsoft.com/office/drawing/2014/main" id="{B3C8F15A-8531-8DB2-8AB5-49E3533D0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56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t="10660" r="3860" b="7842"/>
          <a:stretch/>
        </p:blipFill>
        <p:spPr>
          <a:xfrm>
            <a:off x="-13252" y="0"/>
            <a:ext cx="12205253" cy="68977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5765359" y="0"/>
            <a:ext cx="1426725" cy="6897756"/>
          </a:xfrm>
          <a:custGeom>
            <a:avLst/>
            <a:gdLst/>
            <a:ahLst/>
            <a:cxnLst/>
            <a:rect l="l" t="t" r="r" b="b"/>
            <a:pathLst>
              <a:path w="1426725" h="6897756" extrusionOk="0">
                <a:moveTo>
                  <a:pt x="0" y="0"/>
                </a:moveTo>
                <a:lnTo>
                  <a:pt x="435484" y="0"/>
                </a:lnTo>
                <a:lnTo>
                  <a:pt x="1426725" y="6897756"/>
                </a:lnTo>
                <a:lnTo>
                  <a:pt x="998924" y="6890072"/>
                </a:lnTo>
                <a:lnTo>
                  <a:pt x="0" y="0"/>
                </a:lnTo>
                <a:close/>
              </a:path>
            </a:pathLst>
          </a:custGeom>
          <a:solidFill>
            <a:srgbClr val="D9C49F">
              <a:alpha val="5843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-13252" y="0"/>
            <a:ext cx="6774812" cy="6897756"/>
          </a:xfrm>
          <a:custGeom>
            <a:avLst/>
            <a:gdLst/>
            <a:ahLst/>
            <a:cxnLst/>
            <a:rect l="l" t="t" r="r" b="b"/>
            <a:pathLst>
              <a:path w="6774812" h="6897756" extrusionOk="0">
                <a:moveTo>
                  <a:pt x="0" y="0"/>
                </a:moveTo>
                <a:lnTo>
                  <a:pt x="5783571" y="0"/>
                </a:lnTo>
                <a:lnTo>
                  <a:pt x="6774812" y="6897756"/>
                </a:lnTo>
                <a:lnTo>
                  <a:pt x="0" y="6897756"/>
                </a:lnTo>
                <a:lnTo>
                  <a:pt x="0" y="0"/>
                </a:lnTo>
                <a:close/>
              </a:path>
            </a:pathLst>
          </a:custGeom>
          <a:solidFill>
            <a:srgbClr val="75114A">
              <a:alpha val="6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7164361" y="3977331"/>
            <a:ext cx="5027639" cy="1282148"/>
          </a:xfrm>
          <a:custGeom>
            <a:avLst/>
            <a:gdLst/>
            <a:ahLst/>
            <a:cxnLst/>
            <a:rect l="l" t="t" r="r" b="b"/>
            <a:pathLst>
              <a:path w="5027639" h="1282148" extrusionOk="0">
                <a:moveTo>
                  <a:pt x="0" y="0"/>
                </a:moveTo>
                <a:lnTo>
                  <a:pt x="5027639" y="0"/>
                </a:lnTo>
                <a:lnTo>
                  <a:pt x="5027639" y="1282148"/>
                </a:lnTo>
                <a:lnTo>
                  <a:pt x="357809" y="1282148"/>
                </a:lnTo>
                <a:lnTo>
                  <a:pt x="0" y="0"/>
                </a:lnTo>
                <a:close/>
              </a:path>
            </a:pathLst>
          </a:custGeom>
          <a:solidFill>
            <a:srgbClr val="0C0C0C">
              <a:alpha val="6431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626037" y="-1239550"/>
            <a:ext cx="4104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E" sz="25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Sub 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695501" y="3102474"/>
            <a:ext cx="5162100" cy="26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C49F"/>
              </a:buClr>
              <a:buSzPts val="7000"/>
              <a:buFont typeface="Garamond"/>
              <a:buNone/>
              <a:defRPr sz="7000" b="1" i="0" u="none" strike="noStrike" cap="none">
                <a:solidFill>
                  <a:srgbClr val="D9C49F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7752523" y="4107533"/>
            <a:ext cx="4189200" cy="10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pic>
        <p:nvPicPr>
          <p:cNvPr id="26" name="Google Shape;2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425" y="521244"/>
            <a:ext cx="4114801" cy="101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1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2887677" y="5972158"/>
            <a:ext cx="674128" cy="620798"/>
          </a:xfrm>
          <a:custGeom>
            <a:avLst/>
            <a:gdLst/>
            <a:ahLst/>
            <a:cxnLst/>
            <a:rect l="l" t="t" r="r" b="b"/>
            <a:pathLst>
              <a:path w="1426725" h="6897756" extrusionOk="0">
                <a:moveTo>
                  <a:pt x="0" y="0"/>
                </a:moveTo>
                <a:lnTo>
                  <a:pt x="435484" y="0"/>
                </a:lnTo>
                <a:lnTo>
                  <a:pt x="1426725" y="6897756"/>
                </a:lnTo>
                <a:lnTo>
                  <a:pt x="998924" y="6890072"/>
                </a:lnTo>
                <a:lnTo>
                  <a:pt x="0" y="0"/>
                </a:lnTo>
                <a:close/>
              </a:path>
            </a:pathLst>
          </a:custGeom>
          <a:solidFill>
            <a:srgbClr val="D9C4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-8074" y="5972159"/>
            <a:ext cx="3371092" cy="660616"/>
          </a:xfrm>
          <a:custGeom>
            <a:avLst/>
            <a:gdLst/>
            <a:ahLst/>
            <a:cxnLst/>
            <a:rect l="l" t="t" r="r" b="b"/>
            <a:pathLst>
              <a:path w="7134587" h="7340175" extrusionOk="0">
                <a:moveTo>
                  <a:pt x="4802" y="198195"/>
                </a:moveTo>
                <a:lnTo>
                  <a:pt x="6143346" y="0"/>
                </a:lnTo>
                <a:lnTo>
                  <a:pt x="7134587" y="6897756"/>
                </a:lnTo>
                <a:lnTo>
                  <a:pt x="493" y="7340175"/>
                </a:lnTo>
                <a:cubicBezTo>
                  <a:pt x="-2266" y="5025580"/>
                  <a:pt x="7561" y="2512790"/>
                  <a:pt x="4802" y="198195"/>
                </a:cubicBezTo>
                <a:close/>
              </a:path>
            </a:pathLst>
          </a:custGeom>
          <a:solidFill>
            <a:srgbClr val="7511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0" name="Google Shape;30;p3"/>
          <p:cNvSpPr/>
          <p:nvPr/>
        </p:nvSpPr>
        <p:spPr>
          <a:xfrm rot="10800000">
            <a:off x="3187071" y="5956678"/>
            <a:ext cx="9038769" cy="620799"/>
          </a:xfrm>
          <a:custGeom>
            <a:avLst/>
            <a:gdLst/>
            <a:ahLst/>
            <a:cxnLst/>
            <a:rect l="l" t="t" r="r" b="b"/>
            <a:pathLst>
              <a:path w="19129670" h="6897768" extrusionOk="0">
                <a:moveTo>
                  <a:pt x="23" y="0"/>
                </a:moveTo>
                <a:lnTo>
                  <a:pt x="18138429" y="12"/>
                </a:lnTo>
                <a:lnTo>
                  <a:pt x="19129670" y="6897768"/>
                </a:lnTo>
                <a:lnTo>
                  <a:pt x="58804" y="6587497"/>
                </a:lnTo>
                <a:cubicBezTo>
                  <a:pt x="60183" y="4303588"/>
                  <a:pt x="-1356" y="2283909"/>
                  <a:pt x="23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114A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ftr" idx="11"/>
          </p:nvPr>
        </p:nvSpPr>
        <p:spPr>
          <a:xfrm>
            <a:off x="7239000" y="61134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dt" idx="10"/>
          </p:nvPr>
        </p:nvSpPr>
        <p:spPr>
          <a:xfrm>
            <a:off x="3789598" y="6094049"/>
            <a:ext cx="1089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pic>
        <p:nvPicPr>
          <p:cNvPr id="35" name="Google Shape;3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0825" y="6113471"/>
            <a:ext cx="1474802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2B">
  <p:cSld name="Divider Slide 2B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252" y="0"/>
            <a:ext cx="12205252" cy="689775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5770821" y="0"/>
            <a:ext cx="6421179" cy="6909258"/>
          </a:xfrm>
          <a:custGeom>
            <a:avLst/>
            <a:gdLst/>
            <a:ahLst/>
            <a:cxnLst/>
            <a:rect l="l" t="t" r="r" b="b"/>
            <a:pathLst>
              <a:path w="6421179" h="6909258" extrusionOk="0">
                <a:moveTo>
                  <a:pt x="0" y="0"/>
                </a:moveTo>
                <a:lnTo>
                  <a:pt x="6421179" y="0"/>
                </a:lnTo>
                <a:lnTo>
                  <a:pt x="6421179" y="6897756"/>
                </a:lnTo>
                <a:lnTo>
                  <a:pt x="994913" y="6909258"/>
                </a:lnTo>
                <a:lnTo>
                  <a:pt x="0" y="0"/>
                </a:lnTo>
                <a:close/>
              </a:path>
            </a:pathLst>
          </a:custGeom>
          <a:solidFill>
            <a:srgbClr val="75114A">
              <a:alpha val="7450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7626037" y="-1239550"/>
            <a:ext cx="4104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E" sz="25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Sub 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ctrTitle"/>
          </p:nvPr>
        </p:nvSpPr>
        <p:spPr>
          <a:xfrm>
            <a:off x="6779669" y="731126"/>
            <a:ext cx="5162100" cy="22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  <a:defRPr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ubTitle" idx="1"/>
          </p:nvPr>
        </p:nvSpPr>
        <p:spPr>
          <a:xfrm>
            <a:off x="6815555" y="3111500"/>
            <a:ext cx="5126100" cy="28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dt" idx="10"/>
          </p:nvPr>
        </p:nvSpPr>
        <p:spPr>
          <a:xfrm>
            <a:off x="270643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ftr" idx="11"/>
          </p:nvPr>
        </p:nvSpPr>
        <p:spPr>
          <a:xfrm>
            <a:off x="7826829" y="636157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pic>
        <p:nvPicPr>
          <p:cNvPr id="44" name="Google Shape;4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425" y="521244"/>
            <a:ext cx="4114801" cy="101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1B">
  <p:cSld name="Divider Slide 1B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l="975" t="1912" r="1080" b="15063"/>
          <a:stretch/>
        </p:blipFill>
        <p:spPr>
          <a:xfrm>
            <a:off x="-13253" y="0"/>
            <a:ext cx="12205255" cy="6897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3">
            <a:alphaModFix amt="38000"/>
          </a:blip>
          <a:srcRect l="23094" t="38467" r="-5157" b="2445"/>
          <a:stretch/>
        </p:blipFill>
        <p:spPr>
          <a:xfrm>
            <a:off x="-13254" y="1"/>
            <a:ext cx="8084129" cy="689775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5770821" y="0"/>
            <a:ext cx="6421179" cy="6909258"/>
          </a:xfrm>
          <a:custGeom>
            <a:avLst/>
            <a:gdLst/>
            <a:ahLst/>
            <a:cxnLst/>
            <a:rect l="l" t="t" r="r" b="b"/>
            <a:pathLst>
              <a:path w="6421179" h="6909258" extrusionOk="0">
                <a:moveTo>
                  <a:pt x="0" y="0"/>
                </a:moveTo>
                <a:lnTo>
                  <a:pt x="6421179" y="0"/>
                </a:lnTo>
                <a:lnTo>
                  <a:pt x="6421179" y="6897756"/>
                </a:lnTo>
                <a:lnTo>
                  <a:pt x="994913" y="6909258"/>
                </a:lnTo>
                <a:lnTo>
                  <a:pt x="0" y="0"/>
                </a:lnTo>
                <a:close/>
              </a:path>
            </a:pathLst>
          </a:custGeom>
          <a:solidFill>
            <a:srgbClr val="39818D">
              <a:alpha val="7450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7626037" y="-1239550"/>
            <a:ext cx="4104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E" sz="25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Sub 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>
            <a:spLocks noGrp="1"/>
          </p:cNvSpPr>
          <p:nvPr>
            <p:ph type="ctrTitle"/>
          </p:nvPr>
        </p:nvSpPr>
        <p:spPr>
          <a:xfrm>
            <a:off x="6779669" y="731126"/>
            <a:ext cx="5162100" cy="22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  <a:defRPr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1"/>
          </p:nvPr>
        </p:nvSpPr>
        <p:spPr>
          <a:xfrm>
            <a:off x="6815555" y="3111500"/>
            <a:ext cx="5126100" cy="28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7826829" y="636157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dt" idx="10"/>
          </p:nvPr>
        </p:nvSpPr>
        <p:spPr>
          <a:xfrm>
            <a:off x="270643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pic>
        <p:nvPicPr>
          <p:cNvPr id="54" name="Google Shape;5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425" y="521244"/>
            <a:ext cx="4114801" cy="101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 3B">
  <p:cSld name="Divider Slide 3B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/>
          <p:cNvPicPr preferRelativeResize="0"/>
          <p:nvPr/>
        </p:nvPicPr>
        <p:blipFill rotWithShape="1">
          <a:blip r:embed="rId2">
            <a:alphaModFix/>
          </a:blip>
          <a:srcRect l="7074" t="9193" b="12397"/>
          <a:stretch/>
        </p:blipFill>
        <p:spPr>
          <a:xfrm>
            <a:off x="-1" y="0"/>
            <a:ext cx="12191581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5770821" y="-25629"/>
            <a:ext cx="6421179" cy="6909258"/>
          </a:xfrm>
          <a:custGeom>
            <a:avLst/>
            <a:gdLst/>
            <a:ahLst/>
            <a:cxnLst/>
            <a:rect l="l" t="t" r="r" b="b"/>
            <a:pathLst>
              <a:path w="6421179" h="6909258" extrusionOk="0">
                <a:moveTo>
                  <a:pt x="0" y="0"/>
                </a:moveTo>
                <a:lnTo>
                  <a:pt x="6421179" y="0"/>
                </a:lnTo>
                <a:lnTo>
                  <a:pt x="6421179" y="6897756"/>
                </a:lnTo>
                <a:lnTo>
                  <a:pt x="994913" y="6909258"/>
                </a:lnTo>
                <a:lnTo>
                  <a:pt x="0" y="0"/>
                </a:lnTo>
                <a:close/>
              </a:path>
            </a:pathLst>
          </a:custGeom>
          <a:solidFill>
            <a:srgbClr val="82A434">
              <a:alpha val="7450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7626037" y="-1239550"/>
            <a:ext cx="4104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IE" sz="25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Sub text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 txBox="1">
            <a:spLocks noGrp="1"/>
          </p:cNvSpPr>
          <p:nvPr>
            <p:ph type="ctrTitle"/>
          </p:nvPr>
        </p:nvSpPr>
        <p:spPr>
          <a:xfrm>
            <a:off x="6779669" y="731126"/>
            <a:ext cx="5162100" cy="22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  <a:defRPr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subTitle" idx="1"/>
          </p:nvPr>
        </p:nvSpPr>
        <p:spPr>
          <a:xfrm>
            <a:off x="6815555" y="3111500"/>
            <a:ext cx="5126100" cy="28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dt" idx="10"/>
          </p:nvPr>
        </p:nvSpPr>
        <p:spPr>
          <a:xfrm>
            <a:off x="270643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ftr" idx="11"/>
          </p:nvPr>
        </p:nvSpPr>
        <p:spPr>
          <a:xfrm>
            <a:off x="7826829" y="636157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pic>
        <p:nvPicPr>
          <p:cNvPr id="63" name="Google Shape;6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425" y="521244"/>
            <a:ext cx="4114801" cy="101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14B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6291470" y="4182533"/>
            <a:ext cx="5155500" cy="2218200"/>
          </a:xfrm>
          <a:prstGeom prst="rect">
            <a:avLst/>
          </a:prstGeom>
          <a:solidFill>
            <a:srgbClr val="B94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6616390" y="4399704"/>
            <a:ext cx="47541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are </a:t>
            </a:r>
            <a:r>
              <a:rPr lang="en-IE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of Ireland’s top universities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graduate employability, </a:t>
            </a: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over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                      of our graduates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                      working or in further</a:t>
            </a:r>
            <a:b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study within six</a:t>
            </a:r>
            <a:b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months of graduating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704180" y="1778000"/>
            <a:ext cx="3850800" cy="2709300"/>
          </a:xfrm>
          <a:prstGeom prst="rect">
            <a:avLst/>
          </a:prstGeom>
          <a:solidFill>
            <a:srgbClr val="72E0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704181" y="4707467"/>
            <a:ext cx="5327700" cy="1693200"/>
          </a:xfrm>
          <a:prstGeom prst="rect">
            <a:avLst/>
          </a:prstGeom>
          <a:solidFill>
            <a:srgbClr val="96BB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7704667" y="592667"/>
            <a:ext cx="3742200" cy="3386700"/>
          </a:xfrm>
          <a:prstGeom prst="rect">
            <a:avLst/>
          </a:prstGeom>
          <a:solidFill>
            <a:srgbClr val="CFC49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792133" y="304800"/>
            <a:ext cx="2624700" cy="36744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953377" y="3340191"/>
            <a:ext cx="35985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lang="en-IE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universities worldwide </a:t>
            </a: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according to </a:t>
            </a:r>
            <a:r>
              <a:rPr lang="en-IE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QS World </a:t>
            </a:r>
            <a:br>
              <a:rPr lang="en-IE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Rankings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966346" y="1898945"/>
            <a:ext cx="15378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rank</a:t>
            </a:r>
            <a:b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among the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1305942" y="2375309"/>
            <a:ext cx="13236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IE" sz="5500" b="1" i="0" u="none" strike="noStrike" cap="none">
                <a:solidFill>
                  <a:srgbClr val="243C57"/>
                </a:solidFill>
                <a:latin typeface="Calibri"/>
                <a:ea typeface="Calibri"/>
                <a:cs typeface="Calibri"/>
                <a:sym typeface="Calibri"/>
              </a:rPr>
              <a:t>top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2225455" y="1610974"/>
            <a:ext cx="1323600" cy="20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00"/>
              <a:buFont typeface="Arial"/>
              <a:buNone/>
            </a:pPr>
            <a:r>
              <a:rPr lang="en-IE" sz="12900" b="1" i="0" u="none" strike="noStrike" cap="none">
                <a:solidFill>
                  <a:srgbClr val="243C5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2879267" y="1945667"/>
            <a:ext cx="13236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IE" sz="5500" b="1" i="0" u="none" strike="noStrike" cap="none">
                <a:solidFill>
                  <a:srgbClr val="243C5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2297145" y="4863547"/>
            <a:ext cx="3734700" cy="1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our researchers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were named among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IE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World’s Most Highly Cited Researchers 2016 </a:t>
            </a: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Clarivate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750733" y="4052067"/>
            <a:ext cx="1500000" cy="30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0"/>
              <a:buFont typeface="Arial"/>
              <a:buNone/>
            </a:pPr>
            <a:r>
              <a:rPr lang="en-IE" sz="19500" b="1" i="0" u="none" strike="noStrike" cap="none">
                <a:solidFill>
                  <a:srgbClr val="414B5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4894816" y="475937"/>
            <a:ext cx="19611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Since </a:t>
            </a:r>
            <a:r>
              <a:rPr lang="en-IE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2005</a:t>
            </a: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have </a:t>
            </a:r>
            <a:r>
              <a:rPr lang="en-IE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4853565" y="693834"/>
            <a:ext cx="1796400" cy="16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0"/>
              <a:buFont typeface="Arial"/>
              <a:buNone/>
            </a:pPr>
            <a:r>
              <a:rPr lang="en-IE" sz="9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4877882" y="2450571"/>
            <a:ext cx="25926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IE" sz="1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which has transformed the campus and given students and staff access to the very best facilities and research</a:t>
            </a:r>
            <a:endParaRPr sz="19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4889050" y="1999160"/>
            <a:ext cx="22881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IE" sz="35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buildings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6117435" y="1530459"/>
            <a:ext cx="22881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IE" sz="35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7820001" y="696244"/>
            <a:ext cx="33330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2015/2016, the University had an </a:t>
            </a:r>
            <a:r>
              <a:rPr lang="en-IE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annual income </a:t>
            </a: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8051879" y="974190"/>
            <a:ext cx="3381900" cy="14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rPr lang="en-IE" sz="8500" b="1" i="0" u="none" strike="noStrike" cap="none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rPr>
              <a:t>€218.5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9992465" y="2070383"/>
            <a:ext cx="13806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IE" sz="3300" b="0" i="0" u="none" strike="noStrike" cap="none">
                <a:solidFill>
                  <a:srgbClr val="753055"/>
                </a:solidFill>
                <a:latin typeface="Calibri"/>
                <a:ea typeface="Calibri"/>
                <a:cs typeface="Calibri"/>
                <a:sym typeface="Calibri"/>
              </a:rPr>
              <a:t>million</a:t>
            </a:r>
            <a:endParaRPr sz="3300" b="1" i="0" u="none" strike="noStrike" cap="none">
              <a:solidFill>
                <a:srgbClr val="7530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 txBox="1"/>
          <p:nvPr/>
        </p:nvSpPr>
        <p:spPr>
          <a:xfrm>
            <a:off x="7781904" y="3371312"/>
            <a:ext cx="36594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IE" sz="3300" b="0" i="0" u="none" strike="noStrike" cap="none">
                <a:solidFill>
                  <a:srgbClr val="753055"/>
                </a:solidFill>
                <a:latin typeface="Calibri"/>
                <a:ea typeface="Calibri"/>
                <a:cs typeface="Calibri"/>
                <a:sym typeface="Calibri"/>
              </a:rPr>
              <a:t>alumni worldwide</a:t>
            </a:r>
            <a:endParaRPr sz="3300" b="1" i="0" u="none" strike="noStrike" cap="none">
              <a:solidFill>
                <a:srgbClr val="7530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7768934" y="2849970"/>
            <a:ext cx="9534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IE" sz="3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over</a:t>
            </a:r>
            <a:endParaRPr sz="3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8589525" y="2331232"/>
            <a:ext cx="3381900" cy="12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00"/>
              <a:buFont typeface="Arial"/>
              <a:buNone/>
            </a:pPr>
            <a:r>
              <a:rPr lang="en-IE" sz="7300" b="1" i="0" u="none" strike="noStrike" cap="none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rPr>
              <a:t>90,000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7"/>
          <p:cNvCxnSpPr/>
          <p:nvPr/>
        </p:nvCxnSpPr>
        <p:spPr>
          <a:xfrm>
            <a:off x="7951104" y="2546687"/>
            <a:ext cx="3216300" cy="0"/>
          </a:xfrm>
          <a:prstGeom prst="straightConnector1">
            <a:avLst/>
          </a:prstGeom>
          <a:noFill/>
          <a:ln w="28575" cap="flat" cmpd="sng">
            <a:solidFill>
              <a:srgbClr val="EAF1D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7"/>
          <p:cNvSpPr txBox="1"/>
          <p:nvPr/>
        </p:nvSpPr>
        <p:spPr>
          <a:xfrm>
            <a:off x="6639342" y="4595845"/>
            <a:ext cx="1976100" cy="19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lang="en-IE" sz="12000" b="1" i="0" u="none" strike="noStrike" cap="none">
                <a:solidFill>
                  <a:srgbClr val="6B0E33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8119101" y="4790338"/>
            <a:ext cx="8355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-IE" sz="7000" b="1" i="0" u="none" strike="noStrike" cap="none">
                <a:solidFill>
                  <a:srgbClr val="6B0E33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511197" y="228758"/>
            <a:ext cx="2694000" cy="14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IE" sz="6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IE" sz="6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2D0B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t="-1" r="1941" b="-7882"/>
          <a:stretch/>
        </p:blipFill>
        <p:spPr>
          <a:xfrm>
            <a:off x="3747382" y="755373"/>
            <a:ext cx="8471124" cy="610262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 txBox="1"/>
          <p:nvPr/>
        </p:nvSpPr>
        <p:spPr>
          <a:xfrm>
            <a:off x="460397" y="381158"/>
            <a:ext cx="2694000" cy="13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IE" sz="5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IE" sz="5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 txBox="1"/>
          <p:nvPr/>
        </p:nvSpPr>
        <p:spPr>
          <a:xfrm>
            <a:off x="460397" y="1661930"/>
            <a:ext cx="4590300" cy="18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  <a:t>Since 2012, NUI Galway has been </a:t>
            </a:r>
            <a:b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  <a:t>the only university in Ireland to rise </a:t>
            </a:r>
            <a:b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  <a:t>consistently in the most competitive </a:t>
            </a:r>
            <a:b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  <a:t>World University Rankings. Both the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E" sz="1400" b="1" i="1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  <a:t>Times Higher Education </a:t>
            </a:r>
            <a: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  <a:t>and </a:t>
            </a:r>
            <a:b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-IE" sz="1400" b="1" i="1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  <a:t>QS World University Rankings  </a:t>
            </a:r>
            <a: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  <a:t>have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  <a:t>placed the University in a higher </a:t>
            </a:r>
            <a:b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-IE" sz="1400" b="1" i="0" u="none" strike="noStrike" cap="none">
                <a:solidFill>
                  <a:srgbClr val="204A51"/>
                </a:solidFill>
                <a:latin typeface="Garamond"/>
                <a:ea typeface="Garamond"/>
                <a:cs typeface="Garamond"/>
                <a:sym typeface="Garamond"/>
              </a:rPr>
              <a:t>position year-on-year.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399720" y="530087"/>
            <a:ext cx="3114300" cy="3114300"/>
          </a:xfrm>
          <a:prstGeom prst="ellipse">
            <a:avLst/>
          </a:prstGeom>
          <a:solidFill>
            <a:srgbClr val="75114A">
              <a:alpha val="80392"/>
            </a:srgbClr>
          </a:solidFill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8355706" y="1603513"/>
            <a:ext cx="3021000" cy="3021000"/>
          </a:xfrm>
          <a:prstGeom prst="ellipse">
            <a:avLst/>
          </a:prstGeom>
          <a:solidFill>
            <a:srgbClr val="B0DD46">
              <a:alpha val="80392"/>
            </a:srgbClr>
          </a:solidFill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1351945" y="3563405"/>
            <a:ext cx="2822700" cy="2822700"/>
          </a:xfrm>
          <a:prstGeom prst="ellipse">
            <a:avLst/>
          </a:prstGeom>
          <a:solidFill>
            <a:srgbClr val="39818D">
              <a:alpha val="80392"/>
            </a:srgbClr>
          </a:solidFill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5022454" y="2113721"/>
            <a:ext cx="3598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lang="en-IE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universities </a:t>
            </a:r>
            <a:br>
              <a:rPr lang="en-IE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worldwide </a:t>
            </a:r>
            <a:r>
              <a:rPr lang="en-I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according </a:t>
            </a:r>
            <a:br>
              <a:rPr lang="en-I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lang="en-IE" sz="16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QS World </a:t>
            </a:r>
            <a:br>
              <a:rPr lang="en-IE" sz="16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16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Rankings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 txBox="1"/>
          <p:nvPr/>
        </p:nvSpPr>
        <p:spPr>
          <a:xfrm>
            <a:off x="5037685" y="1067819"/>
            <a:ext cx="15378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IE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rank</a:t>
            </a:r>
            <a:br>
              <a:rPr lang="en-IE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1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amongst the</a:t>
            </a: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5737303" y="442057"/>
            <a:ext cx="1323600" cy="20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00"/>
              <a:buFont typeface="Arial"/>
              <a:buNone/>
            </a:pPr>
            <a:r>
              <a:rPr lang="en-IE" sz="12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6388699" y="1054674"/>
            <a:ext cx="13236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lang="en-IE" sz="5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8772199" y="1668840"/>
            <a:ext cx="2951700" cy="15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IE" sz="9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8798703" y="2890391"/>
            <a:ext cx="3598500" cy="1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E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ranked in the top 250 </a:t>
            </a:r>
            <a:br>
              <a:rPr lang="en-IE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World Universities in the </a:t>
            </a:r>
            <a:br>
              <a:rPr lang="en-IE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Times Higher Education </a:t>
            </a:r>
            <a:br>
              <a:rPr lang="en-I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(THE) World University </a:t>
            </a:r>
            <a:br>
              <a:rPr lang="en-IE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Rankings 2016/2017</a:t>
            </a:r>
            <a:endParaRPr sz="16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 txBox="1"/>
          <p:nvPr/>
        </p:nvSpPr>
        <p:spPr>
          <a:xfrm>
            <a:off x="2616768" y="3381665"/>
            <a:ext cx="1323600" cy="20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00"/>
              <a:buFont typeface="Arial"/>
              <a:buNone/>
            </a:pPr>
            <a:r>
              <a:rPr lang="en-IE" sz="12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1982169" y="4979390"/>
            <a:ext cx="3598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 rose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 places in the</a:t>
            </a:r>
            <a:br>
              <a:rPr lang="en-I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16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QS World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E" sz="1600" b="1" i="1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Ranking </a:t>
            </a:r>
            <a:r>
              <a:rPr lang="en-I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2017</a:t>
            </a:r>
            <a:endParaRPr sz="16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3012" y="3965961"/>
            <a:ext cx="805029" cy="95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1250" y="1722782"/>
            <a:ext cx="1170594" cy="84526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9"/>
          <p:cNvPicPr preferRelativeResize="0"/>
          <p:nvPr/>
        </p:nvPicPr>
        <p:blipFill rotWithShape="1">
          <a:blip r:embed="rId2">
            <a:alphaModFix/>
          </a:blip>
          <a:srcRect l="12621" t="36924" r="1262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9"/>
          <p:cNvSpPr/>
          <p:nvPr/>
        </p:nvSpPr>
        <p:spPr>
          <a:xfrm>
            <a:off x="7466498" y="4874507"/>
            <a:ext cx="4178648" cy="1089611"/>
          </a:xfrm>
          <a:custGeom>
            <a:avLst/>
            <a:gdLst/>
            <a:ahLst/>
            <a:cxnLst/>
            <a:rect l="l" t="t" r="r" b="b"/>
            <a:pathLst>
              <a:path w="4398577" h="1168484" extrusionOk="0">
                <a:moveTo>
                  <a:pt x="0" y="0"/>
                </a:moveTo>
                <a:lnTo>
                  <a:pt x="4186543" y="13252"/>
                </a:lnTo>
                <a:lnTo>
                  <a:pt x="4398577" y="1168484"/>
                </a:lnTo>
                <a:lnTo>
                  <a:pt x="0" y="1168484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88235"/>
            </a:schemeClr>
          </a:solidFill>
          <a:ln>
            <a:noFill/>
          </a:ln>
          <a:effectLst>
            <a:outerShdw blurRad="50800" dist="50800" dir="5400000" algn="ctr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848139" y="2332383"/>
            <a:ext cx="4492500" cy="3008100"/>
          </a:xfrm>
          <a:prstGeom prst="rect">
            <a:avLst/>
          </a:prstGeom>
          <a:solidFill>
            <a:srgbClr val="575D66">
              <a:alpha val="8431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7255565" y="2332383"/>
            <a:ext cx="4936500" cy="1788900"/>
          </a:xfrm>
          <a:prstGeom prst="rect">
            <a:avLst/>
          </a:prstGeom>
          <a:solidFill>
            <a:srgbClr val="575D66">
              <a:alpha val="8431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6506817" y="2332382"/>
            <a:ext cx="622800" cy="1615800"/>
          </a:xfrm>
          <a:prstGeom prst="rect">
            <a:avLst/>
          </a:prstGeom>
          <a:solidFill>
            <a:srgbClr val="FFBC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-6626" y="2332380"/>
            <a:ext cx="729000" cy="1479900"/>
          </a:xfrm>
          <a:prstGeom prst="rect">
            <a:avLst/>
          </a:prstGeom>
          <a:solidFill>
            <a:srgbClr val="FFBC1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 txBox="1"/>
          <p:nvPr/>
        </p:nvSpPr>
        <p:spPr>
          <a:xfrm rot="-5400000">
            <a:off x="-359288" y="2879313"/>
            <a:ext cx="17475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IE" sz="2600" b="1" i="0" u="none" strike="noStrike" cap="none">
                <a:solidFill>
                  <a:srgbClr val="575D66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9"/>
          <p:cNvSpPr txBox="1"/>
          <p:nvPr/>
        </p:nvSpPr>
        <p:spPr>
          <a:xfrm rot="-5400000">
            <a:off x="6034074" y="2950412"/>
            <a:ext cx="16053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IE" sz="2600" b="1" i="0" u="none" strike="noStrike" cap="none">
                <a:solidFill>
                  <a:srgbClr val="575D66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6345" y="4459451"/>
            <a:ext cx="1246258" cy="17623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2" name="Google Shape;122;p9"/>
          <p:cNvSpPr txBox="1"/>
          <p:nvPr/>
        </p:nvSpPr>
        <p:spPr>
          <a:xfrm>
            <a:off x="8711417" y="4964883"/>
            <a:ext cx="3598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E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NUI Galway’s current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E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 is available at:</a:t>
            </a:r>
            <a:br>
              <a:rPr lang="en-IE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1600" b="1" i="0" u="none" strike="noStrike" cap="none">
                <a:solidFill>
                  <a:srgbClr val="1798F0"/>
                </a:solidFill>
                <a:latin typeface="Calibri"/>
                <a:ea typeface="Calibri"/>
                <a:cs typeface="Calibri"/>
                <a:sym typeface="Calibri"/>
              </a:rPr>
              <a:t>www.nuigalway.ie/vision2020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 txBox="1"/>
          <p:nvPr/>
        </p:nvSpPr>
        <p:spPr>
          <a:xfrm>
            <a:off x="1011599" y="2539352"/>
            <a:ext cx="4366500" cy="25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NUI Galway will be a leading global university, renowned for our distinctive areas of research, recognised as an institution of choice for our teaching </a:t>
            </a:r>
            <a:b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scholarship, celebrated for our outstanding engagement with wider society, and enriched by a dynamic network of partnerships.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7466498" y="2488948"/>
            <a:ext cx="4514700" cy="1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E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foster a vibrant community of students and staff, where distinguished learning, impactful research, and creative thinking are shared with the world.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8D1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0"/>
          <p:cNvPicPr preferRelativeResize="0"/>
          <p:nvPr/>
        </p:nvPicPr>
        <p:blipFill rotWithShape="1">
          <a:blip r:embed="rId2">
            <a:alphaModFix/>
          </a:blip>
          <a:srcRect t="3148" b="9178"/>
          <a:stretch/>
        </p:blipFill>
        <p:spPr>
          <a:xfrm>
            <a:off x="2724841" y="-1"/>
            <a:ext cx="5828811" cy="6858001"/>
          </a:xfrm>
          <a:prstGeom prst="rect">
            <a:avLst/>
          </a:prstGeom>
          <a:noFill/>
          <a:ln>
            <a:noFill/>
          </a:ln>
          <a:effectLst>
            <a:outerShdw blurRad="165100" dist="38100" dir="2700000" sx="103000" sy="103000" algn="tl" rotWithShape="0">
              <a:srgbClr val="000000">
                <a:alpha val="34509"/>
              </a:srgbClr>
            </a:outerShdw>
          </a:effectLst>
        </p:spPr>
      </p:pic>
      <p:sp>
        <p:nvSpPr>
          <p:cNvPr id="128" name="Google Shape;128;p10"/>
          <p:cNvSpPr txBox="1"/>
          <p:nvPr/>
        </p:nvSpPr>
        <p:spPr>
          <a:xfrm>
            <a:off x="8338280" y="2624313"/>
            <a:ext cx="3598500" cy="22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E" sz="2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Medical Academies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E" sz="2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Teaching Centres</a:t>
            </a:r>
            <a:endParaRPr sz="2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350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E" sz="2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Irish-Language Centres</a:t>
            </a:r>
            <a:endParaRPr sz="2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350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E" sz="2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Research Centres</a:t>
            </a:r>
            <a:endParaRPr sz="2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398405" y="381158"/>
            <a:ext cx="3939300" cy="13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1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IE" sz="5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NUI Galway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350" marR="0" lvl="1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-IE" sz="5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Campuses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0"/>
          <p:cNvSpPr txBox="1"/>
          <p:nvPr/>
        </p:nvSpPr>
        <p:spPr>
          <a:xfrm>
            <a:off x="4839292" y="4732515"/>
            <a:ext cx="19029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E" sz="2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Limerick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4692197" y="5007677"/>
            <a:ext cx="185100" cy="18510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 txBox="1"/>
          <p:nvPr/>
        </p:nvSpPr>
        <p:spPr>
          <a:xfrm>
            <a:off x="6801846" y="3688213"/>
            <a:ext cx="15459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E" sz="2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Dublin</a:t>
            </a:r>
            <a:endParaRPr sz="2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7524449" y="3737032"/>
            <a:ext cx="185100" cy="18510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7202902" y="1137911"/>
            <a:ext cx="15459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E" sz="2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Belfast</a:t>
            </a:r>
            <a:endParaRPr sz="23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7887594" y="1161947"/>
            <a:ext cx="185100" cy="185100"/>
          </a:xfrm>
          <a:prstGeom prst="ellipse">
            <a:avLst/>
          </a:prstGeom>
          <a:solidFill>
            <a:srgbClr val="2846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4542221" y="3893712"/>
            <a:ext cx="19029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" marR="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IE" sz="23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GALWAY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0"/>
          <p:cNvPicPr preferRelativeResize="0"/>
          <p:nvPr/>
        </p:nvPicPr>
        <p:blipFill rotWithShape="1">
          <a:blip r:embed="rId3">
            <a:alphaModFix/>
          </a:blip>
          <a:srcRect r="69543"/>
          <a:stretch/>
        </p:blipFill>
        <p:spPr>
          <a:xfrm>
            <a:off x="4219636" y="3671015"/>
            <a:ext cx="314705" cy="3190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10"/>
          <p:cNvGrpSpPr/>
          <p:nvPr/>
        </p:nvGrpSpPr>
        <p:grpSpPr>
          <a:xfrm>
            <a:off x="4114027" y="4135044"/>
            <a:ext cx="275572" cy="275572"/>
            <a:chOff x="4335701" y="3850853"/>
            <a:chExt cx="319800" cy="319800"/>
          </a:xfrm>
        </p:grpSpPr>
        <p:sp>
          <p:nvSpPr>
            <p:cNvPr id="139" name="Google Shape;139;p10"/>
            <p:cNvSpPr/>
            <p:nvPr/>
          </p:nvSpPr>
          <p:spPr>
            <a:xfrm>
              <a:off x="4335701" y="3850853"/>
              <a:ext cx="319800" cy="31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0" name="Google Shape;140;p10"/>
            <p:cNvPicPr preferRelativeResize="0"/>
            <p:nvPr/>
          </p:nvPicPr>
          <p:blipFill rotWithShape="1">
            <a:blip r:embed="rId4">
              <a:alphaModFix/>
            </a:blip>
            <a:srcRect r="76243"/>
            <a:stretch/>
          </p:blipFill>
          <p:spPr>
            <a:xfrm rot="10800000" flipH="1">
              <a:off x="4384776" y="3881320"/>
              <a:ext cx="252280" cy="2589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10"/>
          <p:cNvGrpSpPr/>
          <p:nvPr/>
        </p:nvGrpSpPr>
        <p:grpSpPr>
          <a:xfrm>
            <a:off x="4570240" y="3711806"/>
            <a:ext cx="249202" cy="249462"/>
            <a:chOff x="5235088" y="3530081"/>
            <a:chExt cx="289198" cy="289500"/>
          </a:xfrm>
        </p:grpSpPr>
        <p:sp>
          <p:nvSpPr>
            <p:cNvPr id="142" name="Google Shape;142;p10"/>
            <p:cNvSpPr/>
            <p:nvPr/>
          </p:nvSpPr>
          <p:spPr>
            <a:xfrm>
              <a:off x="5235986" y="3530081"/>
              <a:ext cx="288300" cy="289500"/>
            </a:xfrm>
            <a:prstGeom prst="roundRect">
              <a:avLst>
                <a:gd name="adj" fmla="val 16667"/>
              </a:avLst>
            </a:prstGeom>
            <a:solidFill>
              <a:srgbClr val="149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3" name="Google Shape;143;p10"/>
            <p:cNvPicPr preferRelativeResize="0"/>
            <p:nvPr/>
          </p:nvPicPr>
          <p:blipFill rotWithShape="1">
            <a:blip r:embed="rId5">
              <a:alphaModFix/>
            </a:blip>
            <a:srcRect l="54698" t="-3348" r="20795" b="2790"/>
            <a:stretch/>
          </p:blipFill>
          <p:spPr>
            <a:xfrm flipH="1">
              <a:off x="5235088" y="3544831"/>
              <a:ext cx="262042" cy="2607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10"/>
          <p:cNvGrpSpPr/>
          <p:nvPr/>
        </p:nvGrpSpPr>
        <p:grpSpPr>
          <a:xfrm>
            <a:off x="4416552" y="4854384"/>
            <a:ext cx="275730" cy="275730"/>
            <a:chOff x="5527990" y="3750678"/>
            <a:chExt cx="393900" cy="393900"/>
          </a:xfrm>
        </p:grpSpPr>
        <p:sp>
          <p:nvSpPr>
            <p:cNvPr id="145" name="Google Shape;145;p10"/>
            <p:cNvSpPr/>
            <p:nvPr/>
          </p:nvSpPr>
          <p:spPr>
            <a:xfrm>
              <a:off x="5527990" y="3750678"/>
              <a:ext cx="393900" cy="393900"/>
            </a:xfrm>
            <a:prstGeom prst="ellipse">
              <a:avLst/>
            </a:prstGeom>
            <a:solidFill>
              <a:srgbClr val="FF8B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6" name="Google Shape;146;p10"/>
            <p:cNvPicPr preferRelativeResize="0"/>
            <p:nvPr/>
          </p:nvPicPr>
          <p:blipFill rotWithShape="1">
            <a:blip r:embed="rId4">
              <a:alphaModFix/>
            </a:blip>
            <a:srcRect l="27239" t="-3686" r="49004" b="3127"/>
            <a:stretch/>
          </p:blipFill>
          <p:spPr>
            <a:xfrm flipH="1">
              <a:off x="5560423" y="3788182"/>
              <a:ext cx="310550" cy="31876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10"/>
          <p:cNvGrpSpPr/>
          <p:nvPr/>
        </p:nvGrpSpPr>
        <p:grpSpPr>
          <a:xfrm>
            <a:off x="5131479" y="3692611"/>
            <a:ext cx="275572" cy="275572"/>
            <a:chOff x="5777361" y="3530081"/>
            <a:chExt cx="319800" cy="319800"/>
          </a:xfrm>
        </p:grpSpPr>
        <p:sp>
          <p:nvSpPr>
            <p:cNvPr id="148" name="Google Shape;148;p10"/>
            <p:cNvSpPr/>
            <p:nvPr/>
          </p:nvSpPr>
          <p:spPr>
            <a:xfrm>
              <a:off x="5777361" y="3530081"/>
              <a:ext cx="319800" cy="31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9" name="Google Shape;149;p10"/>
            <p:cNvPicPr preferRelativeResize="0"/>
            <p:nvPr/>
          </p:nvPicPr>
          <p:blipFill rotWithShape="1">
            <a:blip r:embed="rId4">
              <a:alphaModFix/>
            </a:blip>
            <a:srcRect r="76243"/>
            <a:stretch/>
          </p:blipFill>
          <p:spPr>
            <a:xfrm rot="10800000" flipH="1">
              <a:off x="5817162" y="3560548"/>
              <a:ext cx="252280" cy="2589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oogle Shape;150;p10"/>
          <p:cNvGrpSpPr/>
          <p:nvPr/>
        </p:nvGrpSpPr>
        <p:grpSpPr>
          <a:xfrm>
            <a:off x="3331182" y="3554961"/>
            <a:ext cx="275572" cy="275572"/>
            <a:chOff x="3845349" y="3308812"/>
            <a:chExt cx="319800" cy="319800"/>
          </a:xfrm>
        </p:grpSpPr>
        <p:sp>
          <p:nvSpPr>
            <p:cNvPr id="151" name="Google Shape;151;p10"/>
            <p:cNvSpPr/>
            <p:nvPr/>
          </p:nvSpPr>
          <p:spPr>
            <a:xfrm>
              <a:off x="3845349" y="3308812"/>
              <a:ext cx="319800" cy="31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2" name="Google Shape;152;p10"/>
            <p:cNvPicPr preferRelativeResize="0"/>
            <p:nvPr/>
          </p:nvPicPr>
          <p:blipFill rotWithShape="1">
            <a:blip r:embed="rId4">
              <a:alphaModFix/>
            </a:blip>
            <a:srcRect r="76243"/>
            <a:stretch/>
          </p:blipFill>
          <p:spPr>
            <a:xfrm rot="10800000" flipH="1">
              <a:off x="3885150" y="3339279"/>
              <a:ext cx="252280" cy="2589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10"/>
          <p:cNvGrpSpPr/>
          <p:nvPr/>
        </p:nvGrpSpPr>
        <p:grpSpPr>
          <a:xfrm>
            <a:off x="4819465" y="3114232"/>
            <a:ext cx="249202" cy="249462"/>
            <a:chOff x="5173661" y="3130180"/>
            <a:chExt cx="289198" cy="289500"/>
          </a:xfrm>
        </p:grpSpPr>
        <p:sp>
          <p:nvSpPr>
            <p:cNvPr id="154" name="Google Shape;154;p10"/>
            <p:cNvSpPr/>
            <p:nvPr/>
          </p:nvSpPr>
          <p:spPr>
            <a:xfrm>
              <a:off x="5174559" y="3130180"/>
              <a:ext cx="288300" cy="289500"/>
            </a:xfrm>
            <a:prstGeom prst="roundRect">
              <a:avLst>
                <a:gd name="adj" fmla="val 16667"/>
              </a:avLst>
            </a:prstGeom>
            <a:solidFill>
              <a:srgbClr val="149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5" name="Google Shape;155;p10"/>
            <p:cNvPicPr preferRelativeResize="0"/>
            <p:nvPr/>
          </p:nvPicPr>
          <p:blipFill rotWithShape="1">
            <a:blip r:embed="rId5">
              <a:alphaModFix/>
            </a:blip>
            <a:srcRect l="54698" t="-3348" r="20795" b="2790"/>
            <a:stretch/>
          </p:blipFill>
          <p:spPr>
            <a:xfrm flipH="1">
              <a:off x="5173661" y="3144930"/>
              <a:ext cx="262042" cy="2607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10"/>
          <p:cNvGrpSpPr/>
          <p:nvPr/>
        </p:nvGrpSpPr>
        <p:grpSpPr>
          <a:xfrm>
            <a:off x="3955803" y="2638860"/>
            <a:ext cx="249202" cy="249462"/>
            <a:chOff x="4400356" y="3054140"/>
            <a:chExt cx="289198" cy="289500"/>
          </a:xfrm>
        </p:grpSpPr>
        <p:sp>
          <p:nvSpPr>
            <p:cNvPr id="157" name="Google Shape;157;p10"/>
            <p:cNvSpPr/>
            <p:nvPr/>
          </p:nvSpPr>
          <p:spPr>
            <a:xfrm>
              <a:off x="4401254" y="3054140"/>
              <a:ext cx="288300" cy="289500"/>
            </a:xfrm>
            <a:prstGeom prst="roundRect">
              <a:avLst>
                <a:gd name="adj" fmla="val 16667"/>
              </a:avLst>
            </a:prstGeom>
            <a:solidFill>
              <a:srgbClr val="149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8" name="Google Shape;158;p10"/>
            <p:cNvPicPr preferRelativeResize="0"/>
            <p:nvPr/>
          </p:nvPicPr>
          <p:blipFill rotWithShape="1">
            <a:blip r:embed="rId5">
              <a:alphaModFix/>
            </a:blip>
            <a:srcRect l="54698" t="-3348" r="20795" b="2790"/>
            <a:stretch/>
          </p:blipFill>
          <p:spPr>
            <a:xfrm flipH="1">
              <a:off x="4400356" y="3068890"/>
              <a:ext cx="262042" cy="2607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10"/>
          <p:cNvGrpSpPr/>
          <p:nvPr/>
        </p:nvGrpSpPr>
        <p:grpSpPr>
          <a:xfrm>
            <a:off x="4870202" y="1803558"/>
            <a:ext cx="249202" cy="249462"/>
            <a:chOff x="5135034" y="1860358"/>
            <a:chExt cx="289198" cy="289500"/>
          </a:xfrm>
        </p:grpSpPr>
        <p:sp>
          <p:nvSpPr>
            <p:cNvPr id="160" name="Google Shape;160;p10"/>
            <p:cNvSpPr/>
            <p:nvPr/>
          </p:nvSpPr>
          <p:spPr>
            <a:xfrm>
              <a:off x="5135932" y="1860358"/>
              <a:ext cx="288300" cy="289500"/>
            </a:xfrm>
            <a:prstGeom prst="roundRect">
              <a:avLst>
                <a:gd name="adj" fmla="val 16667"/>
              </a:avLst>
            </a:prstGeom>
            <a:solidFill>
              <a:srgbClr val="149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1" name="Google Shape;161;p10"/>
            <p:cNvPicPr preferRelativeResize="0"/>
            <p:nvPr/>
          </p:nvPicPr>
          <p:blipFill rotWithShape="1">
            <a:blip r:embed="rId5">
              <a:alphaModFix/>
            </a:blip>
            <a:srcRect l="54698" t="-3348" r="20795" b="2790"/>
            <a:stretch/>
          </p:blipFill>
          <p:spPr>
            <a:xfrm flipH="1">
              <a:off x="5135034" y="1875108"/>
              <a:ext cx="262042" cy="2607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10"/>
          <p:cNvGrpSpPr/>
          <p:nvPr/>
        </p:nvGrpSpPr>
        <p:grpSpPr>
          <a:xfrm>
            <a:off x="5154474" y="1879732"/>
            <a:ext cx="275572" cy="275572"/>
            <a:chOff x="5445656" y="1844640"/>
            <a:chExt cx="319800" cy="319800"/>
          </a:xfrm>
        </p:grpSpPr>
        <p:sp>
          <p:nvSpPr>
            <p:cNvPr id="163" name="Google Shape;163;p10"/>
            <p:cNvSpPr/>
            <p:nvPr/>
          </p:nvSpPr>
          <p:spPr>
            <a:xfrm>
              <a:off x="5445656" y="1844640"/>
              <a:ext cx="319800" cy="319800"/>
            </a:xfrm>
            <a:prstGeom prst="ellipse">
              <a:avLst/>
            </a:prstGeom>
            <a:solidFill>
              <a:srgbClr val="FF8B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4" name="Google Shape;164;p10"/>
            <p:cNvPicPr preferRelativeResize="0"/>
            <p:nvPr/>
          </p:nvPicPr>
          <p:blipFill rotWithShape="1">
            <a:blip r:embed="rId4">
              <a:alphaModFix/>
            </a:blip>
            <a:srcRect l="27239" t="-3686" r="49004" b="3127"/>
            <a:stretch/>
          </p:blipFill>
          <p:spPr>
            <a:xfrm flipH="1">
              <a:off x="5470281" y="1875107"/>
              <a:ext cx="252280" cy="2589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" name="Google Shape;165;p10"/>
          <p:cNvGrpSpPr/>
          <p:nvPr/>
        </p:nvGrpSpPr>
        <p:grpSpPr>
          <a:xfrm>
            <a:off x="5642131" y="452941"/>
            <a:ext cx="249202" cy="249462"/>
            <a:chOff x="5938417" y="909357"/>
            <a:chExt cx="289198" cy="289500"/>
          </a:xfrm>
        </p:grpSpPr>
        <p:sp>
          <p:nvSpPr>
            <p:cNvPr id="166" name="Google Shape;166;p10"/>
            <p:cNvSpPr/>
            <p:nvPr/>
          </p:nvSpPr>
          <p:spPr>
            <a:xfrm>
              <a:off x="5939315" y="909357"/>
              <a:ext cx="288300" cy="289500"/>
            </a:xfrm>
            <a:prstGeom prst="roundRect">
              <a:avLst>
                <a:gd name="adj" fmla="val 16667"/>
              </a:avLst>
            </a:prstGeom>
            <a:solidFill>
              <a:srgbClr val="149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7" name="Google Shape;167;p10"/>
            <p:cNvPicPr preferRelativeResize="0"/>
            <p:nvPr/>
          </p:nvPicPr>
          <p:blipFill rotWithShape="1">
            <a:blip r:embed="rId5">
              <a:alphaModFix/>
            </a:blip>
            <a:srcRect l="54698" t="-3348" r="20795" b="2790"/>
            <a:stretch/>
          </p:blipFill>
          <p:spPr>
            <a:xfrm flipH="1">
              <a:off x="5938417" y="924107"/>
              <a:ext cx="262042" cy="2607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10"/>
          <p:cNvGrpSpPr/>
          <p:nvPr/>
        </p:nvGrpSpPr>
        <p:grpSpPr>
          <a:xfrm>
            <a:off x="3646853" y="3622031"/>
            <a:ext cx="225802" cy="345250"/>
            <a:chOff x="4824527" y="2832223"/>
            <a:chExt cx="262042" cy="400662"/>
          </a:xfrm>
        </p:grpSpPr>
        <p:sp>
          <p:nvSpPr>
            <p:cNvPr id="169" name="Google Shape;169;p10"/>
            <p:cNvSpPr/>
            <p:nvPr/>
          </p:nvSpPr>
          <p:spPr>
            <a:xfrm>
              <a:off x="4835134" y="2954303"/>
              <a:ext cx="234000" cy="165000"/>
            </a:xfrm>
            <a:prstGeom prst="rect">
              <a:avLst/>
            </a:prstGeom>
            <a:solidFill>
              <a:srgbClr val="518E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0"/>
            <p:cNvGrpSpPr/>
            <p:nvPr/>
          </p:nvGrpSpPr>
          <p:grpSpPr>
            <a:xfrm>
              <a:off x="4824527" y="2832223"/>
              <a:ext cx="262042" cy="400662"/>
              <a:chOff x="4824527" y="2832223"/>
              <a:chExt cx="262042" cy="400662"/>
            </a:xfrm>
          </p:grpSpPr>
          <p:grpSp>
            <p:nvGrpSpPr>
              <p:cNvPr id="171" name="Google Shape;171;p10"/>
              <p:cNvGrpSpPr/>
              <p:nvPr/>
            </p:nvGrpSpPr>
            <p:grpSpPr>
              <a:xfrm>
                <a:off x="4832696" y="2832223"/>
                <a:ext cx="236400" cy="400662"/>
                <a:chOff x="4832696" y="2832223"/>
                <a:chExt cx="236400" cy="400662"/>
              </a:xfrm>
            </p:grpSpPr>
            <p:sp>
              <p:nvSpPr>
                <p:cNvPr id="172" name="Google Shape;172;p10"/>
                <p:cNvSpPr/>
                <p:nvPr/>
              </p:nvSpPr>
              <p:spPr>
                <a:xfrm>
                  <a:off x="4834464" y="2832223"/>
                  <a:ext cx="234600" cy="238200"/>
                </a:xfrm>
                <a:prstGeom prst="ellipse">
                  <a:avLst/>
                </a:prstGeom>
                <a:solidFill>
                  <a:srgbClr val="518E9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" name="Google Shape;173;p10"/>
                <p:cNvSpPr/>
                <p:nvPr/>
              </p:nvSpPr>
              <p:spPr>
                <a:xfrm rot="-2665276">
                  <a:off x="4866888" y="3031782"/>
                  <a:ext cx="168017" cy="166106"/>
                </a:xfrm>
                <a:prstGeom prst="rtTriangle">
                  <a:avLst/>
                </a:prstGeom>
                <a:solidFill>
                  <a:srgbClr val="518E9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74" name="Google Shape;174;p10"/>
              <p:cNvPicPr preferRelativeResize="0"/>
              <p:nvPr/>
            </p:nvPicPr>
            <p:blipFill rotWithShape="1">
              <a:blip r:embed="rId6">
                <a:alphaModFix/>
              </a:blip>
              <a:srcRect l="80868" t="-6434" r="-5283" b="6252"/>
              <a:stretch/>
            </p:blipFill>
            <p:spPr>
              <a:xfrm>
                <a:off x="4824527" y="2851191"/>
                <a:ext cx="262042" cy="2607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75" name="Google Shape;175;p10"/>
          <p:cNvGrpSpPr/>
          <p:nvPr/>
        </p:nvGrpSpPr>
        <p:grpSpPr>
          <a:xfrm>
            <a:off x="3888220" y="3663577"/>
            <a:ext cx="225802" cy="345250"/>
            <a:chOff x="4824527" y="2832223"/>
            <a:chExt cx="262042" cy="400662"/>
          </a:xfrm>
        </p:grpSpPr>
        <p:sp>
          <p:nvSpPr>
            <p:cNvPr id="176" name="Google Shape;176;p10"/>
            <p:cNvSpPr/>
            <p:nvPr/>
          </p:nvSpPr>
          <p:spPr>
            <a:xfrm>
              <a:off x="4835134" y="2954303"/>
              <a:ext cx="234000" cy="165000"/>
            </a:xfrm>
            <a:prstGeom prst="rect">
              <a:avLst/>
            </a:prstGeom>
            <a:solidFill>
              <a:srgbClr val="518E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7" name="Google Shape;177;p10"/>
            <p:cNvGrpSpPr/>
            <p:nvPr/>
          </p:nvGrpSpPr>
          <p:grpSpPr>
            <a:xfrm>
              <a:off x="4824527" y="2832223"/>
              <a:ext cx="262042" cy="400662"/>
              <a:chOff x="4824527" y="2832223"/>
              <a:chExt cx="262042" cy="400662"/>
            </a:xfrm>
          </p:grpSpPr>
          <p:grpSp>
            <p:nvGrpSpPr>
              <p:cNvPr id="178" name="Google Shape;178;p10"/>
              <p:cNvGrpSpPr/>
              <p:nvPr/>
            </p:nvGrpSpPr>
            <p:grpSpPr>
              <a:xfrm>
                <a:off x="4832696" y="2832223"/>
                <a:ext cx="236400" cy="400662"/>
                <a:chOff x="4832696" y="2832223"/>
                <a:chExt cx="236400" cy="400662"/>
              </a:xfrm>
            </p:grpSpPr>
            <p:sp>
              <p:nvSpPr>
                <p:cNvPr id="179" name="Google Shape;179;p10"/>
                <p:cNvSpPr/>
                <p:nvPr/>
              </p:nvSpPr>
              <p:spPr>
                <a:xfrm>
                  <a:off x="4834464" y="2832223"/>
                  <a:ext cx="234600" cy="238200"/>
                </a:xfrm>
                <a:prstGeom prst="ellipse">
                  <a:avLst/>
                </a:prstGeom>
                <a:solidFill>
                  <a:srgbClr val="518E9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10"/>
                <p:cNvSpPr/>
                <p:nvPr/>
              </p:nvSpPr>
              <p:spPr>
                <a:xfrm rot="-2665276">
                  <a:off x="4866888" y="3031782"/>
                  <a:ext cx="168017" cy="166106"/>
                </a:xfrm>
                <a:prstGeom prst="rtTriangle">
                  <a:avLst/>
                </a:prstGeom>
                <a:solidFill>
                  <a:srgbClr val="518E9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81" name="Google Shape;181;p10"/>
              <p:cNvPicPr preferRelativeResize="0"/>
              <p:nvPr/>
            </p:nvPicPr>
            <p:blipFill rotWithShape="1">
              <a:blip r:embed="rId6">
                <a:alphaModFix/>
              </a:blip>
              <a:srcRect l="80868" t="-6434" r="-5283" b="6252"/>
              <a:stretch/>
            </p:blipFill>
            <p:spPr>
              <a:xfrm>
                <a:off x="4824527" y="2851191"/>
                <a:ext cx="262042" cy="2607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2" name="Google Shape;182;p10"/>
          <p:cNvGrpSpPr/>
          <p:nvPr/>
        </p:nvGrpSpPr>
        <p:grpSpPr>
          <a:xfrm>
            <a:off x="5424410" y="168989"/>
            <a:ext cx="225802" cy="345250"/>
            <a:chOff x="4824527" y="2832223"/>
            <a:chExt cx="262042" cy="400662"/>
          </a:xfrm>
        </p:grpSpPr>
        <p:sp>
          <p:nvSpPr>
            <p:cNvPr id="183" name="Google Shape;183;p10"/>
            <p:cNvSpPr/>
            <p:nvPr/>
          </p:nvSpPr>
          <p:spPr>
            <a:xfrm>
              <a:off x="4835134" y="2954303"/>
              <a:ext cx="234000" cy="165000"/>
            </a:xfrm>
            <a:prstGeom prst="rect">
              <a:avLst/>
            </a:prstGeom>
            <a:solidFill>
              <a:srgbClr val="518E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4" name="Google Shape;184;p10"/>
            <p:cNvGrpSpPr/>
            <p:nvPr/>
          </p:nvGrpSpPr>
          <p:grpSpPr>
            <a:xfrm>
              <a:off x="4824527" y="2832223"/>
              <a:ext cx="262042" cy="400662"/>
              <a:chOff x="4824527" y="2832223"/>
              <a:chExt cx="262042" cy="400662"/>
            </a:xfrm>
          </p:grpSpPr>
          <p:grpSp>
            <p:nvGrpSpPr>
              <p:cNvPr id="185" name="Google Shape;185;p10"/>
              <p:cNvGrpSpPr/>
              <p:nvPr/>
            </p:nvGrpSpPr>
            <p:grpSpPr>
              <a:xfrm>
                <a:off x="4832696" y="2832223"/>
                <a:ext cx="236400" cy="400662"/>
                <a:chOff x="4832696" y="2832223"/>
                <a:chExt cx="236400" cy="400662"/>
              </a:xfrm>
            </p:grpSpPr>
            <p:sp>
              <p:nvSpPr>
                <p:cNvPr id="186" name="Google Shape;186;p10"/>
                <p:cNvSpPr/>
                <p:nvPr/>
              </p:nvSpPr>
              <p:spPr>
                <a:xfrm>
                  <a:off x="4834464" y="2832223"/>
                  <a:ext cx="234600" cy="238200"/>
                </a:xfrm>
                <a:prstGeom prst="ellipse">
                  <a:avLst/>
                </a:prstGeom>
                <a:solidFill>
                  <a:srgbClr val="518E9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0"/>
                <p:cNvSpPr/>
                <p:nvPr/>
              </p:nvSpPr>
              <p:spPr>
                <a:xfrm rot="-2665276">
                  <a:off x="4866888" y="3031782"/>
                  <a:ext cx="168017" cy="166106"/>
                </a:xfrm>
                <a:prstGeom prst="rtTriangle">
                  <a:avLst/>
                </a:prstGeom>
                <a:solidFill>
                  <a:srgbClr val="518E9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88" name="Google Shape;188;p10"/>
              <p:cNvPicPr preferRelativeResize="0"/>
              <p:nvPr/>
            </p:nvPicPr>
            <p:blipFill rotWithShape="1">
              <a:blip r:embed="rId6">
                <a:alphaModFix/>
              </a:blip>
              <a:srcRect l="80868" t="-6434" r="-5283" b="6252"/>
              <a:stretch/>
            </p:blipFill>
            <p:spPr>
              <a:xfrm>
                <a:off x="4824527" y="2851191"/>
                <a:ext cx="262042" cy="2607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89" name="Google Shape;189;p10"/>
          <p:cNvGrpSpPr/>
          <p:nvPr/>
        </p:nvGrpSpPr>
        <p:grpSpPr>
          <a:xfrm>
            <a:off x="8617572" y="2873457"/>
            <a:ext cx="289198" cy="289500"/>
            <a:chOff x="5135034" y="1860358"/>
            <a:chExt cx="289198" cy="289500"/>
          </a:xfrm>
        </p:grpSpPr>
        <p:sp>
          <p:nvSpPr>
            <p:cNvPr id="190" name="Google Shape;190;p10"/>
            <p:cNvSpPr/>
            <p:nvPr/>
          </p:nvSpPr>
          <p:spPr>
            <a:xfrm>
              <a:off x="5135932" y="1860358"/>
              <a:ext cx="288300" cy="289500"/>
            </a:xfrm>
            <a:prstGeom prst="roundRect">
              <a:avLst>
                <a:gd name="adj" fmla="val 16667"/>
              </a:avLst>
            </a:prstGeom>
            <a:solidFill>
              <a:srgbClr val="14914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1" name="Google Shape;191;p10"/>
            <p:cNvPicPr preferRelativeResize="0"/>
            <p:nvPr/>
          </p:nvPicPr>
          <p:blipFill rotWithShape="1">
            <a:blip r:embed="rId7">
              <a:alphaModFix/>
            </a:blip>
            <a:srcRect l="54698" t="-3348" r="20795" b="2790"/>
            <a:stretch/>
          </p:blipFill>
          <p:spPr>
            <a:xfrm flipH="1">
              <a:off x="5135034" y="1875108"/>
              <a:ext cx="262042" cy="2607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10"/>
          <p:cNvGrpSpPr/>
          <p:nvPr/>
        </p:nvGrpSpPr>
        <p:grpSpPr>
          <a:xfrm>
            <a:off x="8636905" y="3872032"/>
            <a:ext cx="262042" cy="400662"/>
            <a:chOff x="4824527" y="2832223"/>
            <a:chExt cx="262042" cy="400662"/>
          </a:xfrm>
        </p:grpSpPr>
        <p:sp>
          <p:nvSpPr>
            <p:cNvPr id="193" name="Google Shape;193;p10"/>
            <p:cNvSpPr/>
            <p:nvPr/>
          </p:nvSpPr>
          <p:spPr>
            <a:xfrm>
              <a:off x="4835134" y="2954303"/>
              <a:ext cx="234000" cy="165000"/>
            </a:xfrm>
            <a:prstGeom prst="rect">
              <a:avLst/>
            </a:prstGeom>
            <a:solidFill>
              <a:srgbClr val="518E9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" name="Google Shape;194;p10"/>
            <p:cNvGrpSpPr/>
            <p:nvPr/>
          </p:nvGrpSpPr>
          <p:grpSpPr>
            <a:xfrm>
              <a:off x="4824527" y="2832223"/>
              <a:ext cx="262042" cy="400662"/>
              <a:chOff x="4824527" y="2832223"/>
              <a:chExt cx="262042" cy="400662"/>
            </a:xfrm>
          </p:grpSpPr>
          <p:grpSp>
            <p:nvGrpSpPr>
              <p:cNvPr id="195" name="Google Shape;195;p10"/>
              <p:cNvGrpSpPr/>
              <p:nvPr/>
            </p:nvGrpSpPr>
            <p:grpSpPr>
              <a:xfrm>
                <a:off x="4832696" y="2832223"/>
                <a:ext cx="236400" cy="400662"/>
                <a:chOff x="4832696" y="2832223"/>
                <a:chExt cx="236400" cy="400662"/>
              </a:xfrm>
            </p:grpSpPr>
            <p:sp>
              <p:nvSpPr>
                <p:cNvPr id="196" name="Google Shape;196;p10"/>
                <p:cNvSpPr/>
                <p:nvPr/>
              </p:nvSpPr>
              <p:spPr>
                <a:xfrm>
                  <a:off x="4834464" y="2832223"/>
                  <a:ext cx="234600" cy="238200"/>
                </a:xfrm>
                <a:prstGeom prst="ellipse">
                  <a:avLst/>
                </a:prstGeom>
                <a:solidFill>
                  <a:srgbClr val="518E9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0"/>
                <p:cNvSpPr/>
                <p:nvPr/>
              </p:nvSpPr>
              <p:spPr>
                <a:xfrm rot="-2665276">
                  <a:off x="4866888" y="3031782"/>
                  <a:ext cx="168017" cy="166106"/>
                </a:xfrm>
                <a:prstGeom prst="rtTriangle">
                  <a:avLst/>
                </a:prstGeom>
                <a:solidFill>
                  <a:srgbClr val="518E9E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98" name="Google Shape;198;p10"/>
              <p:cNvPicPr preferRelativeResize="0"/>
              <p:nvPr/>
            </p:nvPicPr>
            <p:blipFill rotWithShape="1">
              <a:blip r:embed="rId8">
                <a:alphaModFix/>
              </a:blip>
              <a:srcRect l="80868" t="-6434" r="-5283" b="6252"/>
              <a:stretch/>
            </p:blipFill>
            <p:spPr>
              <a:xfrm>
                <a:off x="4824527" y="2851191"/>
                <a:ext cx="262042" cy="26074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9" name="Google Shape;199;p10"/>
          <p:cNvGrpSpPr/>
          <p:nvPr/>
        </p:nvGrpSpPr>
        <p:grpSpPr>
          <a:xfrm>
            <a:off x="8591759" y="3351127"/>
            <a:ext cx="319800" cy="319800"/>
            <a:chOff x="5445656" y="1844640"/>
            <a:chExt cx="319800" cy="319800"/>
          </a:xfrm>
        </p:grpSpPr>
        <p:sp>
          <p:nvSpPr>
            <p:cNvPr id="200" name="Google Shape;200;p10"/>
            <p:cNvSpPr/>
            <p:nvPr/>
          </p:nvSpPr>
          <p:spPr>
            <a:xfrm>
              <a:off x="5445656" y="1844640"/>
              <a:ext cx="319800" cy="319800"/>
            </a:xfrm>
            <a:prstGeom prst="ellipse">
              <a:avLst/>
            </a:prstGeom>
            <a:solidFill>
              <a:srgbClr val="FF8B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1" name="Google Shape;201;p10"/>
            <p:cNvPicPr preferRelativeResize="0"/>
            <p:nvPr/>
          </p:nvPicPr>
          <p:blipFill rotWithShape="1">
            <a:blip r:embed="rId9">
              <a:alphaModFix/>
            </a:blip>
            <a:srcRect l="27239" t="-3686" r="49004" b="3127"/>
            <a:stretch/>
          </p:blipFill>
          <p:spPr>
            <a:xfrm flipH="1">
              <a:off x="5470281" y="1875107"/>
              <a:ext cx="252280" cy="2589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10"/>
          <p:cNvGrpSpPr/>
          <p:nvPr/>
        </p:nvGrpSpPr>
        <p:grpSpPr>
          <a:xfrm>
            <a:off x="8617572" y="4414352"/>
            <a:ext cx="319800" cy="319800"/>
            <a:chOff x="5777361" y="3530081"/>
            <a:chExt cx="319800" cy="319800"/>
          </a:xfrm>
        </p:grpSpPr>
        <p:sp>
          <p:nvSpPr>
            <p:cNvPr id="203" name="Google Shape;203;p10"/>
            <p:cNvSpPr/>
            <p:nvPr/>
          </p:nvSpPr>
          <p:spPr>
            <a:xfrm>
              <a:off x="5777361" y="3530081"/>
              <a:ext cx="319800" cy="31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4" name="Google Shape;204;p10"/>
            <p:cNvPicPr preferRelativeResize="0"/>
            <p:nvPr/>
          </p:nvPicPr>
          <p:blipFill rotWithShape="1">
            <a:blip r:embed="rId9">
              <a:alphaModFix/>
            </a:blip>
            <a:srcRect r="76243"/>
            <a:stretch/>
          </p:blipFill>
          <p:spPr>
            <a:xfrm rot="10800000" flipH="1">
              <a:off x="5817162" y="3560548"/>
              <a:ext cx="252280" cy="2589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" name="Google Shape;205;p10"/>
          <p:cNvGrpSpPr/>
          <p:nvPr/>
        </p:nvGrpSpPr>
        <p:grpSpPr>
          <a:xfrm>
            <a:off x="4839093" y="3675498"/>
            <a:ext cx="275730" cy="275730"/>
            <a:chOff x="5527990" y="3750678"/>
            <a:chExt cx="393900" cy="393900"/>
          </a:xfrm>
        </p:grpSpPr>
        <p:sp>
          <p:nvSpPr>
            <p:cNvPr id="206" name="Google Shape;206;p10"/>
            <p:cNvSpPr/>
            <p:nvPr/>
          </p:nvSpPr>
          <p:spPr>
            <a:xfrm>
              <a:off x="5527990" y="3750678"/>
              <a:ext cx="393900" cy="393900"/>
            </a:xfrm>
            <a:prstGeom prst="ellipse">
              <a:avLst/>
            </a:prstGeom>
            <a:solidFill>
              <a:srgbClr val="FF8B3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7" name="Google Shape;207;p10"/>
            <p:cNvPicPr preferRelativeResize="0"/>
            <p:nvPr/>
          </p:nvPicPr>
          <p:blipFill rotWithShape="1">
            <a:blip r:embed="rId4">
              <a:alphaModFix/>
            </a:blip>
            <a:srcRect l="27239" t="-3686" r="49004" b="3127"/>
            <a:stretch/>
          </p:blipFill>
          <p:spPr>
            <a:xfrm flipH="1">
              <a:off x="5560423" y="3788182"/>
              <a:ext cx="310550" cy="3187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344" y="-99182"/>
            <a:ext cx="12209343" cy="695718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/>
          <p:nvPr/>
        </p:nvSpPr>
        <p:spPr>
          <a:xfrm>
            <a:off x="441346" y="386807"/>
            <a:ext cx="4506300" cy="4724100"/>
          </a:xfrm>
          <a:prstGeom prst="rect">
            <a:avLst/>
          </a:prstGeom>
          <a:solidFill>
            <a:srgbClr val="75114A">
              <a:alpha val="6823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2887677" y="5972158"/>
            <a:ext cx="674128" cy="620798"/>
          </a:xfrm>
          <a:custGeom>
            <a:avLst/>
            <a:gdLst/>
            <a:ahLst/>
            <a:cxnLst/>
            <a:rect l="l" t="t" r="r" b="b"/>
            <a:pathLst>
              <a:path w="1426725" h="6897756" extrusionOk="0">
                <a:moveTo>
                  <a:pt x="0" y="0"/>
                </a:moveTo>
                <a:lnTo>
                  <a:pt x="435484" y="0"/>
                </a:lnTo>
                <a:lnTo>
                  <a:pt x="1426725" y="6897756"/>
                </a:lnTo>
                <a:lnTo>
                  <a:pt x="998924" y="6890072"/>
                </a:lnTo>
                <a:lnTo>
                  <a:pt x="0" y="0"/>
                </a:lnTo>
                <a:close/>
              </a:path>
            </a:pathLst>
          </a:custGeom>
          <a:solidFill>
            <a:srgbClr val="D9C4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-8074" y="5972159"/>
            <a:ext cx="3371092" cy="660616"/>
          </a:xfrm>
          <a:custGeom>
            <a:avLst/>
            <a:gdLst/>
            <a:ahLst/>
            <a:cxnLst/>
            <a:rect l="l" t="t" r="r" b="b"/>
            <a:pathLst>
              <a:path w="7134587" h="7340175" extrusionOk="0">
                <a:moveTo>
                  <a:pt x="4802" y="198195"/>
                </a:moveTo>
                <a:lnTo>
                  <a:pt x="6143346" y="0"/>
                </a:lnTo>
                <a:lnTo>
                  <a:pt x="7134587" y="6897756"/>
                </a:lnTo>
                <a:lnTo>
                  <a:pt x="493" y="7340175"/>
                </a:lnTo>
                <a:cubicBezTo>
                  <a:pt x="-2266" y="5025580"/>
                  <a:pt x="7561" y="2512790"/>
                  <a:pt x="4802" y="198195"/>
                </a:cubicBezTo>
                <a:close/>
              </a:path>
            </a:pathLst>
          </a:custGeom>
          <a:solidFill>
            <a:srgbClr val="7511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3" name="Google Shape;213;p11"/>
          <p:cNvSpPr/>
          <p:nvPr/>
        </p:nvSpPr>
        <p:spPr>
          <a:xfrm rot="10800000">
            <a:off x="3187071" y="5956678"/>
            <a:ext cx="9038769" cy="620799"/>
          </a:xfrm>
          <a:custGeom>
            <a:avLst/>
            <a:gdLst/>
            <a:ahLst/>
            <a:cxnLst/>
            <a:rect l="l" t="t" r="r" b="b"/>
            <a:pathLst>
              <a:path w="19129670" h="6897768" extrusionOk="0">
                <a:moveTo>
                  <a:pt x="23" y="0"/>
                </a:moveTo>
                <a:lnTo>
                  <a:pt x="18138429" y="12"/>
                </a:lnTo>
                <a:lnTo>
                  <a:pt x="19129670" y="6897768"/>
                </a:lnTo>
                <a:lnTo>
                  <a:pt x="58804" y="6587497"/>
                </a:lnTo>
                <a:cubicBezTo>
                  <a:pt x="60183" y="4303588"/>
                  <a:pt x="-1356" y="2283909"/>
                  <a:pt x="23" y="0"/>
                </a:cubicBezTo>
                <a:close/>
              </a:path>
            </a:pathLst>
          </a:custGeom>
          <a:solidFill>
            <a:srgbClr val="D8D8D8">
              <a:alpha val="60392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4" name="Google Shape;214;p11"/>
          <p:cNvSpPr txBox="1">
            <a:spLocks noGrp="1"/>
          </p:cNvSpPr>
          <p:nvPr>
            <p:ph type="ctrTitle"/>
          </p:nvPr>
        </p:nvSpPr>
        <p:spPr>
          <a:xfrm>
            <a:off x="720934" y="434781"/>
            <a:ext cx="4048800" cy="20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  <a:defRPr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" name="Google Shape;215;p11"/>
          <p:cNvSpPr txBox="1">
            <a:spLocks noGrp="1"/>
          </p:cNvSpPr>
          <p:nvPr>
            <p:ph type="subTitle" idx="1"/>
          </p:nvPr>
        </p:nvSpPr>
        <p:spPr>
          <a:xfrm>
            <a:off x="720934" y="2838917"/>
            <a:ext cx="4048800" cy="19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16" name="Google Shape;216;p11"/>
          <p:cNvSpPr txBox="1">
            <a:spLocks noGrp="1"/>
          </p:cNvSpPr>
          <p:nvPr>
            <p:ph type="dt" idx="10"/>
          </p:nvPr>
        </p:nvSpPr>
        <p:spPr>
          <a:xfrm>
            <a:off x="3670465" y="61185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ftr" idx="11"/>
          </p:nvPr>
        </p:nvSpPr>
        <p:spPr>
          <a:xfrm>
            <a:off x="7771263" y="61185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pic>
        <p:nvPicPr>
          <p:cNvPr id="218" name="Google Shape;21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0825" y="6113471"/>
            <a:ext cx="1474802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- Content &amp; Picture">
  <p:cSld name="Text Slide - Content &amp; Pictur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5181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114A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2887677" y="5972158"/>
            <a:ext cx="674128" cy="620798"/>
          </a:xfrm>
          <a:custGeom>
            <a:avLst/>
            <a:gdLst/>
            <a:ahLst/>
            <a:cxnLst/>
            <a:rect l="l" t="t" r="r" b="b"/>
            <a:pathLst>
              <a:path w="1426725" h="6897756" extrusionOk="0">
                <a:moveTo>
                  <a:pt x="0" y="0"/>
                </a:moveTo>
                <a:lnTo>
                  <a:pt x="435484" y="0"/>
                </a:lnTo>
                <a:lnTo>
                  <a:pt x="1426725" y="6897756"/>
                </a:lnTo>
                <a:lnTo>
                  <a:pt x="998924" y="6890072"/>
                </a:lnTo>
                <a:lnTo>
                  <a:pt x="0" y="0"/>
                </a:lnTo>
                <a:close/>
              </a:path>
            </a:pathLst>
          </a:custGeom>
          <a:solidFill>
            <a:srgbClr val="D9C4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-8074" y="5972159"/>
            <a:ext cx="3371092" cy="660616"/>
          </a:xfrm>
          <a:custGeom>
            <a:avLst/>
            <a:gdLst/>
            <a:ahLst/>
            <a:cxnLst/>
            <a:rect l="l" t="t" r="r" b="b"/>
            <a:pathLst>
              <a:path w="7134587" h="7340175" extrusionOk="0">
                <a:moveTo>
                  <a:pt x="4802" y="198195"/>
                </a:moveTo>
                <a:lnTo>
                  <a:pt x="6143346" y="0"/>
                </a:lnTo>
                <a:lnTo>
                  <a:pt x="7134587" y="6897756"/>
                </a:lnTo>
                <a:lnTo>
                  <a:pt x="493" y="7340175"/>
                </a:lnTo>
                <a:cubicBezTo>
                  <a:pt x="-2266" y="5025580"/>
                  <a:pt x="7561" y="2512790"/>
                  <a:pt x="4802" y="198195"/>
                </a:cubicBezTo>
                <a:close/>
              </a:path>
            </a:pathLst>
          </a:custGeom>
          <a:solidFill>
            <a:srgbClr val="7511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4" name="Google Shape;224;p12"/>
          <p:cNvSpPr/>
          <p:nvPr/>
        </p:nvSpPr>
        <p:spPr>
          <a:xfrm rot="10800000">
            <a:off x="3187071" y="5956678"/>
            <a:ext cx="9038769" cy="620799"/>
          </a:xfrm>
          <a:custGeom>
            <a:avLst/>
            <a:gdLst/>
            <a:ahLst/>
            <a:cxnLst/>
            <a:rect l="l" t="t" r="r" b="b"/>
            <a:pathLst>
              <a:path w="19129670" h="6897768" extrusionOk="0">
                <a:moveTo>
                  <a:pt x="23" y="0"/>
                </a:moveTo>
                <a:lnTo>
                  <a:pt x="18138429" y="12"/>
                </a:lnTo>
                <a:lnTo>
                  <a:pt x="19129670" y="6897768"/>
                </a:lnTo>
                <a:lnTo>
                  <a:pt x="58804" y="6587497"/>
                </a:lnTo>
                <a:cubicBezTo>
                  <a:pt x="60183" y="4303588"/>
                  <a:pt x="-1356" y="2283909"/>
                  <a:pt x="23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25" name="Google Shape;225;p12"/>
          <p:cNvSpPr txBox="1">
            <a:spLocks noGrp="1"/>
          </p:cNvSpPr>
          <p:nvPr>
            <p:ph type="ftr" idx="11"/>
          </p:nvPr>
        </p:nvSpPr>
        <p:spPr>
          <a:xfrm>
            <a:off x="7239000" y="61134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26" name="Google Shape;226;p12"/>
          <p:cNvSpPr txBox="1">
            <a:spLocks noGrp="1"/>
          </p:cNvSpPr>
          <p:nvPr>
            <p:ph type="dt" idx="10"/>
          </p:nvPr>
        </p:nvSpPr>
        <p:spPr>
          <a:xfrm>
            <a:off x="3789598" y="6094049"/>
            <a:ext cx="1089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pic>
        <p:nvPicPr>
          <p:cNvPr id="227" name="Google Shape;22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0825" y="6113471"/>
            <a:ext cx="1474802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aramond"/>
              <a:buNone/>
              <a:defRPr sz="4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_1">
  <p:cSld name="Cover Slide_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/>
          <p:nvPr/>
        </p:nvSpPr>
        <p:spPr>
          <a:xfrm>
            <a:off x="5805233" y="4571679"/>
            <a:ext cx="4660396" cy="2290272"/>
          </a:xfrm>
          <a:custGeom>
            <a:avLst/>
            <a:gdLst/>
            <a:ahLst/>
            <a:cxnLst/>
            <a:rect l="l" t="t" r="r" b="b"/>
            <a:pathLst>
              <a:path w="7671434" h="3769995" extrusionOk="0">
                <a:moveTo>
                  <a:pt x="0" y="3769518"/>
                </a:moveTo>
                <a:lnTo>
                  <a:pt x="7671305" y="3769518"/>
                </a:lnTo>
                <a:lnTo>
                  <a:pt x="7671305" y="0"/>
                </a:lnTo>
                <a:lnTo>
                  <a:pt x="0" y="0"/>
                </a:lnTo>
                <a:lnTo>
                  <a:pt x="0" y="376951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05" name="Google Shape;305;p16"/>
          <p:cNvSpPr/>
          <p:nvPr/>
        </p:nvSpPr>
        <p:spPr>
          <a:xfrm>
            <a:off x="10457446" y="4571679"/>
            <a:ext cx="1737860" cy="2290272"/>
          </a:xfrm>
          <a:custGeom>
            <a:avLst/>
            <a:gdLst/>
            <a:ahLst/>
            <a:cxnLst/>
            <a:rect l="l" t="t" r="r" b="b"/>
            <a:pathLst>
              <a:path w="2860675" h="3769995" extrusionOk="0">
                <a:moveTo>
                  <a:pt x="2860206" y="0"/>
                </a:moveTo>
                <a:lnTo>
                  <a:pt x="0" y="0"/>
                </a:lnTo>
                <a:lnTo>
                  <a:pt x="0" y="3769518"/>
                </a:lnTo>
                <a:lnTo>
                  <a:pt x="2860206" y="3769518"/>
                </a:lnTo>
                <a:lnTo>
                  <a:pt x="286020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06" name="Google Shape;306;p16"/>
          <p:cNvSpPr txBox="1"/>
          <p:nvPr/>
        </p:nvSpPr>
        <p:spPr>
          <a:xfrm>
            <a:off x="6379057" y="5925189"/>
            <a:ext cx="11115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307" name="Google Shape;307;p16"/>
          <p:cNvSpPr>
            <a:spLocks noGrp="1"/>
          </p:cNvSpPr>
          <p:nvPr>
            <p:ph type="pic" idx="2"/>
          </p:nvPr>
        </p:nvSpPr>
        <p:spPr>
          <a:xfrm>
            <a:off x="5805256" y="0"/>
            <a:ext cx="6386700" cy="4571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308" name="Google Shape;308;p16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309" name="Google Shape;309;p16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310" name="Google Shape;310;p16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16" name="Google Shape;316;p16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19" name="Google Shape;319;p16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0" name="Google Shape;320;p16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0" name="Google Shape;330;p16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2" name="Google Shape;332;p16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5" name="Google Shape;335;p16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6" name="Google Shape;336;p16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7" name="Google Shape;337;p16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8" name="Google Shape;338;p16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2" name="Google Shape;342;p16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3" name="Google Shape;343;p16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4" name="Google Shape;344;p16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5" name="Google Shape;345;p16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6" name="Google Shape;346;p16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7" name="Google Shape;347;p16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8" name="Google Shape;348;p16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49" name="Google Shape;349;p16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50" name="Google Shape;350;p16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51" name="Google Shape;351;p16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52" name="Google Shape;352;p16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53" name="Google Shape;353;p16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54" name="Google Shape;354;p16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55" name="Google Shape;355;p16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56" name="Google Shape;356;p16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57" name="Google Shape;357;p16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58" name="Google Shape;358;p16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59" name="Google Shape;359;p16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0" name="Google Shape;360;p16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1" name="Google Shape;361;p16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2" name="Google Shape;362;p16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3" name="Google Shape;363;p16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4" name="Google Shape;364;p16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7" name="Google Shape;367;p16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69" name="Google Shape;369;p16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70" name="Google Shape;370;p16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71" name="Google Shape;371;p16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72" name="Google Shape;372;p16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_2">
  <p:cSld name="Cover Slide_2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17"/>
          <p:cNvGrpSpPr/>
          <p:nvPr/>
        </p:nvGrpSpPr>
        <p:grpSpPr>
          <a:xfrm>
            <a:off x="5804817" y="0"/>
            <a:ext cx="6386593" cy="6857605"/>
            <a:chOff x="9572587" y="0"/>
            <a:chExt cx="10531981" cy="11308715"/>
          </a:xfrm>
        </p:grpSpPr>
        <p:sp>
          <p:nvSpPr>
            <p:cNvPr id="376" name="Google Shape;376;p17"/>
            <p:cNvSpPr/>
            <p:nvPr/>
          </p:nvSpPr>
          <p:spPr>
            <a:xfrm>
              <a:off x="9572587" y="0"/>
              <a:ext cx="7671434" cy="11308715"/>
            </a:xfrm>
            <a:custGeom>
              <a:avLst/>
              <a:gdLst/>
              <a:ahLst/>
              <a:cxnLst/>
              <a:rect l="l" t="t" r="r" b="b"/>
              <a:pathLst>
                <a:path w="7671434" h="11308715" extrusionOk="0">
                  <a:moveTo>
                    <a:pt x="0" y="11308556"/>
                  </a:moveTo>
                  <a:lnTo>
                    <a:pt x="7671305" y="11308556"/>
                  </a:lnTo>
                  <a:lnTo>
                    <a:pt x="7671305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17243893" y="0"/>
              <a:ext cx="2860675" cy="11308715"/>
            </a:xfrm>
            <a:custGeom>
              <a:avLst/>
              <a:gdLst/>
              <a:ahLst/>
              <a:cxnLst/>
              <a:rect l="l" t="t" r="r" b="b"/>
              <a:pathLst>
                <a:path w="2860675" h="11308715" extrusionOk="0">
                  <a:moveTo>
                    <a:pt x="2860206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860206" y="11308556"/>
                  </a:lnTo>
                  <a:lnTo>
                    <a:pt x="28602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378" name="Google Shape;378;p17"/>
          <p:cNvSpPr txBox="1"/>
          <p:nvPr/>
        </p:nvSpPr>
        <p:spPr>
          <a:xfrm>
            <a:off x="6379057" y="5925189"/>
            <a:ext cx="11028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379" name="Google Shape;379;p17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380" name="Google Shape;380;p17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381" name="Google Shape;381;p17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93" name="Google Shape;393;p17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94" name="Google Shape;394;p17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95" name="Google Shape;395;p17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96" name="Google Shape;396;p17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97" name="Google Shape;397;p17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98" name="Google Shape;398;p17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399" name="Google Shape;399;p17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07" name="Google Shape;407;p17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08" name="Google Shape;408;p17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12" name="Google Shape;412;p17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13" name="Google Shape;413;p17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38" name="Google Shape;438;p17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_3">
  <p:cSld name="Cover Slide_3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"/>
          <p:cNvSpPr/>
          <p:nvPr/>
        </p:nvSpPr>
        <p:spPr>
          <a:xfrm>
            <a:off x="10066056" y="0"/>
            <a:ext cx="2124051" cy="6870044"/>
          </a:xfrm>
          <a:custGeom>
            <a:avLst/>
            <a:gdLst/>
            <a:ahLst/>
            <a:cxnLst/>
            <a:rect l="l" t="t" r="r" b="b"/>
            <a:pathLst>
              <a:path w="2860675" h="11308715" extrusionOk="0">
                <a:moveTo>
                  <a:pt x="2860206" y="0"/>
                </a:moveTo>
                <a:lnTo>
                  <a:pt x="0" y="0"/>
                </a:lnTo>
                <a:lnTo>
                  <a:pt x="0" y="11308556"/>
                </a:lnTo>
                <a:lnTo>
                  <a:pt x="2860206" y="11308556"/>
                </a:lnTo>
                <a:lnTo>
                  <a:pt x="286020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447" name="Google Shape;447;p18"/>
          <p:cNvSpPr txBox="1"/>
          <p:nvPr/>
        </p:nvSpPr>
        <p:spPr>
          <a:xfrm>
            <a:off x="6379062" y="5925192"/>
            <a:ext cx="10185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448" name="Google Shape;448;p18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449" name="Google Shape;449;p18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450" name="Google Shape;450;p18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66" name="Google Shape;466;p18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67" name="Google Shape;467;p18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2" name="Google Shape;482;p18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3" name="Google Shape;483;p18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4" name="Google Shape;484;p18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7" name="Google Shape;487;p18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1" name="Google Shape;491;p18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3" name="Google Shape;493;p18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4" name="Google Shape;494;p18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514" name="Google Shape;514;p18"/>
          <p:cNvSpPr txBox="1"/>
          <p:nvPr/>
        </p:nvSpPr>
        <p:spPr>
          <a:xfrm>
            <a:off x="10604801" y="5925189"/>
            <a:ext cx="10899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10066030" y="0"/>
            <a:ext cx="2128887" cy="1717800"/>
          </a:xfrm>
          <a:custGeom>
            <a:avLst/>
            <a:gdLst/>
            <a:ahLst/>
            <a:cxnLst/>
            <a:rect l="l" t="t" r="r" b="b"/>
            <a:pathLst>
              <a:path w="10259694" h="2827654" extrusionOk="0">
                <a:moveTo>
                  <a:pt x="0" y="2827139"/>
                </a:moveTo>
                <a:lnTo>
                  <a:pt x="10259268" y="2827139"/>
                </a:lnTo>
                <a:lnTo>
                  <a:pt x="10259268" y="0"/>
                </a:lnTo>
                <a:lnTo>
                  <a:pt x="0" y="0"/>
                </a:lnTo>
                <a:lnTo>
                  <a:pt x="0" y="282713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516" name="Google Shape;516;p18"/>
          <p:cNvSpPr>
            <a:spLocks noGrp="1"/>
          </p:cNvSpPr>
          <p:nvPr>
            <p:ph type="pic" idx="2"/>
          </p:nvPr>
        </p:nvSpPr>
        <p:spPr>
          <a:xfrm>
            <a:off x="5805256" y="0"/>
            <a:ext cx="42609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_4">
  <p:cSld name="Cover Slide_4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19"/>
          <p:cNvGrpSpPr/>
          <p:nvPr/>
        </p:nvGrpSpPr>
        <p:grpSpPr>
          <a:xfrm>
            <a:off x="5804817" y="0"/>
            <a:ext cx="6386567" cy="6857821"/>
            <a:chOff x="9572587" y="0"/>
            <a:chExt cx="10531937" cy="11309071"/>
          </a:xfrm>
        </p:grpSpPr>
        <p:sp>
          <p:nvSpPr>
            <p:cNvPr id="519" name="Google Shape;519;p19"/>
            <p:cNvSpPr/>
            <p:nvPr/>
          </p:nvSpPr>
          <p:spPr>
            <a:xfrm>
              <a:off x="9844830" y="8481417"/>
              <a:ext cx="10259694" cy="2827654"/>
            </a:xfrm>
            <a:custGeom>
              <a:avLst/>
              <a:gdLst/>
              <a:ahLst/>
              <a:cxnLst/>
              <a:rect l="l" t="t" r="r" b="b"/>
              <a:pathLst>
                <a:path w="10259694" h="2827654" extrusionOk="0">
                  <a:moveTo>
                    <a:pt x="0" y="2827139"/>
                  </a:moveTo>
                  <a:lnTo>
                    <a:pt x="10259268" y="2827139"/>
                  </a:lnTo>
                  <a:lnTo>
                    <a:pt x="10259268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20" name="Google Shape;520;p19"/>
            <p:cNvSpPr/>
            <p:nvPr/>
          </p:nvSpPr>
          <p:spPr>
            <a:xfrm>
              <a:off x="9572587" y="0"/>
              <a:ext cx="272415" cy="11308715"/>
            </a:xfrm>
            <a:custGeom>
              <a:avLst/>
              <a:gdLst/>
              <a:ahLst/>
              <a:cxnLst/>
              <a:rect l="l" t="t" r="r" b="b"/>
              <a:pathLst>
                <a:path w="272415" h="11308715" extrusionOk="0">
                  <a:moveTo>
                    <a:pt x="27224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72243" y="11308556"/>
                  </a:lnTo>
                  <a:lnTo>
                    <a:pt x="2722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521" name="Google Shape;521;p19"/>
          <p:cNvSpPr txBox="1"/>
          <p:nvPr/>
        </p:nvSpPr>
        <p:spPr>
          <a:xfrm>
            <a:off x="10604801" y="5925189"/>
            <a:ext cx="11658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522" name="Google Shape;522;p19"/>
          <p:cNvSpPr>
            <a:spLocks noGrp="1"/>
          </p:cNvSpPr>
          <p:nvPr>
            <p:ph type="pic" idx="2"/>
          </p:nvPr>
        </p:nvSpPr>
        <p:spPr>
          <a:xfrm>
            <a:off x="5970333" y="0"/>
            <a:ext cx="6238800" cy="51426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19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524" name="Google Shape;524;p19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525" name="Google Shape;525;p19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26" name="Google Shape;526;p19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27" name="Google Shape;527;p19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28" name="Google Shape;528;p19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29" name="Google Shape;529;p19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30" name="Google Shape;530;p19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31" name="Google Shape;531;p19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33" name="Google Shape;533;p19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34" name="Google Shape;534;p19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35" name="Google Shape;535;p19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39" name="Google Shape;539;p19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40" name="Google Shape;540;p19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41" name="Google Shape;541;p19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42" name="Google Shape;542;p19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43" name="Google Shape;543;p19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44" name="Google Shape;544;p19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45" name="Google Shape;545;p19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46" name="Google Shape;546;p19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47" name="Google Shape;547;p19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48" name="Google Shape;548;p19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49" name="Google Shape;549;p19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50" name="Google Shape;550;p19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51" name="Google Shape;551;p19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52" name="Google Shape;552;p19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53" name="Google Shape;553;p19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54" name="Google Shape;554;p19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55" name="Google Shape;555;p19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57" name="Google Shape;557;p19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58" name="Google Shape;558;p19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59" name="Google Shape;559;p19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60" name="Google Shape;560;p19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61" name="Google Shape;561;p19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63" name="Google Shape;563;p19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70" name="Google Shape;570;p19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74" name="Google Shape;574;p19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77" name="Google Shape;577;p19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78" name="Google Shape;578;p19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86" name="Google Shape;586;p19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87" name="Google Shape;587;p19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88" name="Google Shape;588;p19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_5">
  <p:cSld name="Cover Slide_5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20"/>
          <p:cNvGrpSpPr/>
          <p:nvPr/>
        </p:nvGrpSpPr>
        <p:grpSpPr>
          <a:xfrm>
            <a:off x="5804817" y="0"/>
            <a:ext cx="6386567" cy="6857821"/>
            <a:chOff x="9572587" y="0"/>
            <a:chExt cx="10531937" cy="11309071"/>
          </a:xfrm>
        </p:grpSpPr>
        <p:sp>
          <p:nvSpPr>
            <p:cNvPr id="591" name="Google Shape;591;p20"/>
            <p:cNvSpPr/>
            <p:nvPr/>
          </p:nvSpPr>
          <p:spPr>
            <a:xfrm>
              <a:off x="9844830" y="8481417"/>
              <a:ext cx="10259694" cy="2827654"/>
            </a:xfrm>
            <a:custGeom>
              <a:avLst/>
              <a:gdLst/>
              <a:ahLst/>
              <a:cxnLst/>
              <a:rect l="l" t="t" r="r" b="b"/>
              <a:pathLst>
                <a:path w="10259694" h="2827654" extrusionOk="0">
                  <a:moveTo>
                    <a:pt x="0" y="2827139"/>
                  </a:moveTo>
                  <a:lnTo>
                    <a:pt x="10259268" y="2827139"/>
                  </a:lnTo>
                  <a:lnTo>
                    <a:pt x="10259268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92" name="Google Shape;592;p20"/>
            <p:cNvSpPr/>
            <p:nvPr/>
          </p:nvSpPr>
          <p:spPr>
            <a:xfrm>
              <a:off x="9844830" y="0"/>
              <a:ext cx="10259694" cy="8482965"/>
            </a:xfrm>
            <a:custGeom>
              <a:avLst/>
              <a:gdLst/>
              <a:ahLst/>
              <a:cxnLst/>
              <a:rect l="l" t="t" r="r" b="b"/>
              <a:pathLst>
                <a:path w="10259694" h="8482965" extrusionOk="0">
                  <a:moveTo>
                    <a:pt x="10259268" y="0"/>
                  </a:moveTo>
                  <a:lnTo>
                    <a:pt x="0" y="0"/>
                  </a:lnTo>
                  <a:lnTo>
                    <a:pt x="0" y="8482935"/>
                  </a:lnTo>
                  <a:lnTo>
                    <a:pt x="10259268" y="8482935"/>
                  </a:lnTo>
                  <a:lnTo>
                    <a:pt x="102592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93" name="Google Shape;593;p20"/>
            <p:cNvSpPr/>
            <p:nvPr/>
          </p:nvSpPr>
          <p:spPr>
            <a:xfrm>
              <a:off x="9572587" y="0"/>
              <a:ext cx="272415" cy="11308715"/>
            </a:xfrm>
            <a:custGeom>
              <a:avLst/>
              <a:gdLst/>
              <a:ahLst/>
              <a:cxnLst/>
              <a:rect l="l" t="t" r="r" b="b"/>
              <a:pathLst>
                <a:path w="272415" h="11308715" extrusionOk="0">
                  <a:moveTo>
                    <a:pt x="27224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72243" y="11308556"/>
                  </a:lnTo>
                  <a:lnTo>
                    <a:pt x="2722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594" name="Google Shape;594;p20"/>
          <p:cNvSpPr txBox="1"/>
          <p:nvPr/>
        </p:nvSpPr>
        <p:spPr>
          <a:xfrm>
            <a:off x="10604801" y="5925189"/>
            <a:ext cx="11151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595" name="Google Shape;595;p20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596" name="Google Shape;596;p20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597" name="Google Shape;597;p20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98" name="Google Shape;598;p20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599" name="Google Shape;599;p20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02" name="Google Shape;602;p20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03" name="Google Shape;603;p20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04" name="Google Shape;604;p20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09" name="Google Shape;609;p20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10" name="Google Shape;610;p20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11" name="Google Shape;611;p20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12" name="Google Shape;612;p20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16" name="Google Shape;616;p20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17" name="Google Shape;617;p20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21" name="Google Shape;621;p20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22" name="Google Shape;622;p20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26" name="Google Shape;626;p20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27" name="Google Shape;627;p20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31" name="Google Shape;631;p20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_6">
  <p:cSld name="Cover Slide_6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1"/>
          <p:cNvSpPr/>
          <p:nvPr/>
        </p:nvSpPr>
        <p:spPr>
          <a:xfrm>
            <a:off x="0" y="0"/>
            <a:ext cx="5815370" cy="5152630"/>
          </a:xfrm>
          <a:custGeom>
            <a:avLst/>
            <a:gdLst/>
            <a:ahLst/>
            <a:cxnLst/>
            <a:rect l="l" t="t" r="r" b="b"/>
            <a:pathLst>
              <a:path w="9572625" h="8481695" extrusionOk="0">
                <a:moveTo>
                  <a:pt x="0" y="8481417"/>
                </a:moveTo>
                <a:lnTo>
                  <a:pt x="9572588" y="8481417"/>
                </a:lnTo>
                <a:lnTo>
                  <a:pt x="9572588" y="0"/>
                </a:lnTo>
                <a:lnTo>
                  <a:pt x="0" y="0"/>
                </a:lnTo>
                <a:lnTo>
                  <a:pt x="0" y="84814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663" name="Google Shape;663;p21"/>
          <p:cNvSpPr/>
          <p:nvPr/>
        </p:nvSpPr>
        <p:spPr>
          <a:xfrm>
            <a:off x="0" y="5143139"/>
            <a:ext cx="12213241" cy="1717800"/>
          </a:xfrm>
          <a:custGeom>
            <a:avLst/>
            <a:gdLst/>
            <a:ahLst/>
            <a:cxnLst/>
            <a:rect l="l" t="t" r="r" b="b"/>
            <a:pathLst>
              <a:path w="20104100" h="2827654" extrusionOk="0">
                <a:moveTo>
                  <a:pt x="20104099" y="0"/>
                </a:moveTo>
                <a:lnTo>
                  <a:pt x="0" y="0"/>
                </a:lnTo>
                <a:lnTo>
                  <a:pt x="0" y="2827139"/>
                </a:lnTo>
                <a:lnTo>
                  <a:pt x="20104099" y="2827139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664" name="Google Shape;664;p21"/>
          <p:cNvSpPr/>
          <p:nvPr/>
        </p:nvSpPr>
        <p:spPr>
          <a:xfrm>
            <a:off x="5805233" y="0"/>
            <a:ext cx="165492" cy="5152630"/>
          </a:xfrm>
          <a:custGeom>
            <a:avLst/>
            <a:gdLst/>
            <a:ahLst/>
            <a:cxnLst/>
            <a:rect l="l" t="t" r="r" b="b"/>
            <a:pathLst>
              <a:path w="272415" h="8481695" extrusionOk="0">
                <a:moveTo>
                  <a:pt x="0" y="8481417"/>
                </a:moveTo>
                <a:lnTo>
                  <a:pt x="272243" y="8481417"/>
                </a:lnTo>
                <a:lnTo>
                  <a:pt x="272243" y="0"/>
                </a:lnTo>
                <a:lnTo>
                  <a:pt x="0" y="0"/>
                </a:lnTo>
                <a:lnTo>
                  <a:pt x="0" y="84814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665" name="Google Shape;665;p21"/>
          <p:cNvSpPr txBox="1"/>
          <p:nvPr/>
        </p:nvSpPr>
        <p:spPr>
          <a:xfrm>
            <a:off x="10604801" y="5925189"/>
            <a:ext cx="115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666" name="Google Shape;666;p21"/>
          <p:cNvSpPr>
            <a:spLocks noGrp="1"/>
          </p:cNvSpPr>
          <p:nvPr>
            <p:ph type="pic" idx="2"/>
          </p:nvPr>
        </p:nvSpPr>
        <p:spPr>
          <a:xfrm>
            <a:off x="5970437" y="0"/>
            <a:ext cx="6238800" cy="5142600"/>
          </a:xfrm>
          <a:prstGeom prst="rect">
            <a:avLst/>
          </a:prstGeom>
          <a:noFill/>
          <a:ln>
            <a:noFill/>
          </a:ln>
        </p:spPr>
      </p:sp>
      <p:sp>
        <p:nvSpPr>
          <p:cNvPr id="667" name="Google Shape;667;p21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668" name="Google Shape;668;p21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669" name="Google Shape;669;p21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0" name="Google Shape;670;p21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1" name="Google Shape;671;p21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2" name="Google Shape;672;p21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3" name="Google Shape;673;p21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4" name="Google Shape;674;p21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7" name="Google Shape;677;p21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8" name="Google Shape;678;p21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79" name="Google Shape;679;p21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80" name="Google Shape;680;p21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81" name="Google Shape;681;p21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82" name="Google Shape;682;p21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83" name="Google Shape;683;p21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84" name="Google Shape;684;p21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85" name="Google Shape;685;p21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86" name="Google Shape;686;p21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87" name="Google Shape;687;p21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88" name="Google Shape;688;p21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89" name="Google Shape;689;p21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90" name="Google Shape;690;p21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91" name="Google Shape;691;p21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92" name="Google Shape;692;p21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93" name="Google Shape;693;p21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94" name="Google Shape;694;p21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95" name="Google Shape;695;p21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96" name="Google Shape;696;p21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97" name="Google Shape;697;p21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98" name="Google Shape;698;p21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699" name="Google Shape;699;p21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00" name="Google Shape;700;p21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01" name="Google Shape;701;p21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02" name="Google Shape;702;p21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03" name="Google Shape;703;p21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04" name="Google Shape;704;p21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05" name="Google Shape;705;p21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06" name="Google Shape;706;p21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07" name="Google Shape;707;p21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08" name="Google Shape;708;p21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09" name="Google Shape;709;p21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10" name="Google Shape;710;p21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11" name="Google Shape;711;p21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12" name="Google Shape;712;p21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13" name="Google Shape;713;p21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14" name="Google Shape;714;p21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15" name="Google Shape;715;p21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16" name="Google Shape;716;p21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17" name="Google Shape;717;p21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18" name="Google Shape;718;p21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19" name="Google Shape;719;p21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20" name="Google Shape;720;p21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21" name="Google Shape;721;p21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22" name="Google Shape;722;p21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23" name="Google Shape;723;p21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25" name="Google Shape;725;p21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26" name="Google Shape;726;p21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27" name="Google Shape;727;p21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28" name="Google Shape;728;p21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29" name="Google Shape;729;p21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30" name="Google Shape;730;p21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31" name="Google Shape;731;p21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32" name="Google Shape;732;p21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_7">
  <p:cSld name="Cover Slide_7"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2"/>
          <p:cNvSpPr txBox="1"/>
          <p:nvPr/>
        </p:nvSpPr>
        <p:spPr>
          <a:xfrm>
            <a:off x="571591" y="5790432"/>
            <a:ext cx="10185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735" name="Google Shape;735;p22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736" name="Google Shape;736;p22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737" name="Google Shape;737;p22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38" name="Google Shape;738;p22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39" name="Google Shape;739;p22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40" name="Google Shape;740;p22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41" name="Google Shape;741;p22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42" name="Google Shape;742;p22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43" name="Google Shape;743;p22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44" name="Google Shape;744;p22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45" name="Google Shape;745;p22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46" name="Google Shape;746;p22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47" name="Google Shape;747;p22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48" name="Google Shape;748;p22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49" name="Google Shape;749;p22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50" name="Google Shape;750;p22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54" name="Google Shape;754;p22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56" name="Google Shape;756;p22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57" name="Google Shape;757;p22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58" name="Google Shape;758;p22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59" name="Google Shape;759;p22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62" name="Google Shape;762;p22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63" name="Google Shape;763;p22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64" name="Google Shape;764;p22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65" name="Google Shape;765;p22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66" name="Google Shape;766;p22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67" name="Google Shape;767;p22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68" name="Google Shape;768;p22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69" name="Google Shape;769;p22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70" name="Google Shape;770;p22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71" name="Google Shape;771;p22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72" name="Google Shape;772;p22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73" name="Google Shape;773;p22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74" name="Google Shape;774;p22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75" name="Google Shape;775;p22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76" name="Google Shape;776;p22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77" name="Google Shape;777;p22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78" name="Google Shape;778;p22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79" name="Google Shape;779;p22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80" name="Google Shape;780;p22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81" name="Google Shape;781;p22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82" name="Google Shape;782;p22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83" name="Google Shape;783;p22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84" name="Google Shape;784;p22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85" name="Google Shape;785;p22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86" name="Google Shape;786;p22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87" name="Google Shape;787;p22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88" name="Google Shape;788;p22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89" name="Google Shape;789;p22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0" name="Google Shape;790;p22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1" name="Google Shape;791;p22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2" name="Google Shape;792;p22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3" name="Google Shape;793;p22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4" name="Google Shape;794;p22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5" name="Google Shape;795;p22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6" name="Google Shape;796;p22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7" name="Google Shape;797;p22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8" name="Google Shape;798;p22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799" name="Google Shape;799;p22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00" name="Google Shape;800;p22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801" name="Google Shape;801;p22"/>
          <p:cNvSpPr>
            <a:spLocks noGrp="1"/>
          </p:cNvSpPr>
          <p:nvPr>
            <p:ph type="pic" idx="2"/>
          </p:nvPr>
        </p:nvSpPr>
        <p:spPr>
          <a:xfrm>
            <a:off x="5805255" y="-1"/>
            <a:ext cx="6387900" cy="6692100"/>
          </a:xfrm>
          <a:prstGeom prst="rect">
            <a:avLst/>
          </a:prstGeom>
          <a:noFill/>
          <a:ln>
            <a:noFill/>
          </a:ln>
        </p:spPr>
      </p:sp>
      <p:sp>
        <p:nvSpPr>
          <p:cNvPr id="802" name="Google Shape;802;p22"/>
          <p:cNvSpPr/>
          <p:nvPr/>
        </p:nvSpPr>
        <p:spPr>
          <a:xfrm rot="-5400000">
            <a:off x="8916881" y="3580201"/>
            <a:ext cx="166173" cy="638942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03" name="Google Shape;803;p22"/>
          <p:cNvSpPr txBox="1"/>
          <p:nvPr/>
        </p:nvSpPr>
        <p:spPr>
          <a:xfrm>
            <a:off x="664010" y="5882847"/>
            <a:ext cx="10968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chemeClr val="dk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chemeClr val="dk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_8">
  <p:cSld name="Cover Slide_8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3"/>
          <p:cNvSpPr/>
          <p:nvPr/>
        </p:nvSpPr>
        <p:spPr>
          <a:xfrm>
            <a:off x="0" y="0"/>
            <a:ext cx="12181165" cy="6848969"/>
          </a:xfrm>
          <a:custGeom>
            <a:avLst/>
            <a:gdLst/>
            <a:ahLst/>
            <a:cxnLst/>
            <a:rect l="l" t="t" r="r" b="b"/>
            <a:pathLst>
              <a:path w="9572625" h="8481695" extrusionOk="0">
                <a:moveTo>
                  <a:pt x="0" y="8481417"/>
                </a:moveTo>
                <a:lnTo>
                  <a:pt x="9572588" y="8481417"/>
                </a:lnTo>
                <a:lnTo>
                  <a:pt x="9572588" y="0"/>
                </a:lnTo>
                <a:lnTo>
                  <a:pt x="0" y="0"/>
                </a:lnTo>
                <a:lnTo>
                  <a:pt x="0" y="8481417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806" name="Google Shape;806;p23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807" name="Google Shape;807;p23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08" name="Google Shape;808;p23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09" name="Google Shape;809;p23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0" name="Google Shape;810;p23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1" name="Google Shape;811;p23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2" name="Google Shape;812;p23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3" name="Google Shape;813;p23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4" name="Google Shape;814;p23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5" name="Google Shape;815;p23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7" name="Google Shape;817;p23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8" name="Google Shape;818;p23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19" name="Google Shape;819;p23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20" name="Google Shape;820;p23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21" name="Google Shape;821;p23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22" name="Google Shape;822;p23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23" name="Google Shape;823;p23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24" name="Google Shape;824;p23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25" name="Google Shape;825;p23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26" name="Google Shape;826;p23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27" name="Google Shape;827;p23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28" name="Google Shape;828;p23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29" name="Google Shape;829;p23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30" name="Google Shape;830;p23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31" name="Google Shape;831;p23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32" name="Google Shape;832;p23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33" name="Google Shape;833;p23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34" name="Google Shape;834;p23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35" name="Google Shape;835;p23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36" name="Google Shape;836;p23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37" name="Google Shape;837;p23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38" name="Google Shape;838;p23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39" name="Google Shape;839;p23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40" name="Google Shape;840;p23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41" name="Google Shape;841;p23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42" name="Google Shape;842;p23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43" name="Google Shape;843;p23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44" name="Google Shape;844;p23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45" name="Google Shape;845;p23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46" name="Google Shape;846;p23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47" name="Google Shape;847;p23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48" name="Google Shape;848;p23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49" name="Google Shape;849;p23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50" name="Google Shape;850;p23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51" name="Google Shape;851;p23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52" name="Google Shape;852;p23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53" name="Google Shape;853;p23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54" name="Google Shape;854;p23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55" name="Google Shape;855;p23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56" name="Google Shape;856;p23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57" name="Google Shape;857;p23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58" name="Google Shape;858;p23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59" name="Google Shape;859;p23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60" name="Google Shape;860;p23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61" name="Google Shape;861;p23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62" name="Google Shape;862;p23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63" name="Google Shape;863;p23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64" name="Google Shape;864;p23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65" name="Google Shape;865;p23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66" name="Google Shape;866;p23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67" name="Google Shape;867;p23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68" name="Google Shape;868;p23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69" name="Google Shape;869;p23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70" name="Google Shape;870;p23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871" name="Google Shape;871;p23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72" name="Google Shape;872;p23"/>
          <p:cNvSpPr txBox="1"/>
          <p:nvPr/>
        </p:nvSpPr>
        <p:spPr>
          <a:xfrm>
            <a:off x="571588" y="5790431"/>
            <a:ext cx="1105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873" name="Google Shape;873;p23"/>
          <p:cNvSpPr>
            <a:spLocks noGrp="1"/>
          </p:cNvSpPr>
          <p:nvPr>
            <p:ph type="pic" idx="2"/>
          </p:nvPr>
        </p:nvSpPr>
        <p:spPr>
          <a:xfrm>
            <a:off x="5805255" y="-1"/>
            <a:ext cx="6387900" cy="6692100"/>
          </a:xfrm>
          <a:prstGeom prst="rect">
            <a:avLst/>
          </a:prstGeom>
          <a:noFill/>
          <a:ln>
            <a:noFill/>
          </a:ln>
        </p:spPr>
      </p:sp>
      <p:sp>
        <p:nvSpPr>
          <p:cNvPr id="874" name="Google Shape;874;p23"/>
          <p:cNvSpPr/>
          <p:nvPr/>
        </p:nvSpPr>
        <p:spPr>
          <a:xfrm rot="-5400000">
            <a:off x="8916881" y="3580201"/>
            <a:ext cx="166173" cy="638942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Slide_9">
  <p:cSld name="Cover Slide_9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4"/>
          <p:cNvSpPr txBox="1"/>
          <p:nvPr/>
        </p:nvSpPr>
        <p:spPr>
          <a:xfrm>
            <a:off x="571591" y="5790432"/>
            <a:ext cx="10185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877" name="Google Shape;877;p24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878" name="Google Shape;878;p24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879" name="Google Shape;879;p24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86" name="Google Shape;886;p24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87" name="Google Shape;887;p24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88" name="Google Shape;888;p24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89" name="Google Shape;889;p24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3" name="Google Shape;893;p24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4" name="Google Shape;894;p24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7" name="Google Shape;917;p24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8" name="Google Shape;918;p24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19" name="Google Shape;919;p24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20" name="Google Shape;920;p24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21" name="Google Shape;921;p24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27" name="Google Shape;927;p24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28" name="Google Shape;928;p24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29" name="Google Shape;929;p24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30" name="Google Shape;930;p24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31" name="Google Shape;931;p24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32" name="Google Shape;932;p24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33" name="Google Shape;933;p24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34" name="Google Shape;934;p24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35" name="Google Shape;935;p24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36" name="Google Shape;936;p24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37" name="Google Shape;937;p24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38" name="Google Shape;938;p24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39" name="Google Shape;939;p24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41" name="Google Shape;941;p24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42" name="Google Shape;942;p24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943" name="Google Shape;943;p24"/>
          <p:cNvSpPr/>
          <p:nvPr/>
        </p:nvSpPr>
        <p:spPr>
          <a:xfrm>
            <a:off x="12026796" y="385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944" name="Google Shape;944;p24"/>
          <p:cNvSpPr txBox="1"/>
          <p:nvPr/>
        </p:nvSpPr>
        <p:spPr>
          <a:xfrm>
            <a:off x="10604801" y="5925189"/>
            <a:ext cx="10647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chemeClr val="dk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chemeClr val="dk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1">
  <p:cSld name="Title Slide_1"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5"/>
          <p:cNvSpPr>
            <a:spLocks noGrp="1"/>
          </p:cNvSpPr>
          <p:nvPr>
            <p:ph type="pic" idx="2"/>
          </p:nvPr>
        </p:nvSpPr>
        <p:spPr>
          <a:xfrm>
            <a:off x="8131648" y="962"/>
            <a:ext cx="4060500" cy="6857100"/>
          </a:xfrm>
          <a:prstGeom prst="rect">
            <a:avLst/>
          </a:prstGeom>
          <a:noFill/>
          <a:ln>
            <a:noFill/>
          </a:ln>
        </p:spPr>
      </p:sp>
      <p:sp>
        <p:nvSpPr>
          <p:cNvPr id="947" name="Google Shape;947;p25"/>
          <p:cNvSpPr/>
          <p:nvPr/>
        </p:nvSpPr>
        <p:spPr>
          <a:xfrm>
            <a:off x="6968286" y="0"/>
            <a:ext cx="1165388" cy="6870044"/>
          </a:xfrm>
          <a:custGeom>
            <a:avLst/>
            <a:gdLst/>
            <a:ahLst/>
            <a:cxnLst/>
            <a:rect l="l" t="t" r="r" b="b"/>
            <a:pathLst>
              <a:path w="1918334" h="11308715" extrusionOk="0">
                <a:moveTo>
                  <a:pt x="1917826" y="0"/>
                </a:moveTo>
                <a:lnTo>
                  <a:pt x="0" y="0"/>
                </a:lnTo>
                <a:lnTo>
                  <a:pt x="0" y="11308556"/>
                </a:lnTo>
                <a:lnTo>
                  <a:pt x="1917826" y="11308556"/>
                </a:lnTo>
                <a:lnTo>
                  <a:pt x="191782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948" name="Google Shape;948;p25"/>
          <p:cNvSpPr txBox="1">
            <a:spLocks noGrp="1"/>
          </p:cNvSpPr>
          <p:nvPr>
            <p:ph type="title"/>
          </p:nvPr>
        </p:nvSpPr>
        <p:spPr>
          <a:xfrm>
            <a:off x="504470" y="2197010"/>
            <a:ext cx="5524500" cy="13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9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949" name="Google Shape;949;p25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950" name="Google Shape;950;p25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51" name="Google Shape;951;p25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52" name="Google Shape;952;p25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53" name="Google Shape;953;p25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54" name="Google Shape;954;p25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55" name="Google Shape;955;p25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56" name="Google Shape;956;p25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57" name="Google Shape;957;p25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58" name="Google Shape;958;p25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59" name="Google Shape;959;p25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60" name="Google Shape;960;p25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61" name="Google Shape;961;p25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62" name="Google Shape;962;p25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63" name="Google Shape;963;p25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64" name="Google Shape;964;p25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65" name="Google Shape;965;p25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66" name="Google Shape;966;p25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67" name="Google Shape;967;p25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68" name="Google Shape;968;p25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69" name="Google Shape;969;p25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0" name="Google Shape;970;p25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1" name="Google Shape;971;p25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2" name="Google Shape;972;p25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3" name="Google Shape;973;p25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4" name="Google Shape;974;p25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5" name="Google Shape;975;p25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6" name="Google Shape;976;p25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7" name="Google Shape;977;p25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8" name="Google Shape;978;p25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79" name="Google Shape;979;p25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0" name="Google Shape;980;p25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1" name="Google Shape;981;p25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2" name="Google Shape;982;p25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3" name="Google Shape;983;p25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4" name="Google Shape;984;p25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5" name="Google Shape;985;p25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6" name="Google Shape;986;p25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7" name="Google Shape;987;p25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8" name="Google Shape;988;p25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89" name="Google Shape;989;p25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0" name="Google Shape;990;p25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1" name="Google Shape;991;p25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2" name="Google Shape;992;p25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3" name="Google Shape;993;p25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4" name="Google Shape;994;p25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5" name="Google Shape;995;p25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6" name="Google Shape;996;p25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7" name="Google Shape;997;p25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8" name="Google Shape;998;p25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999" name="Google Shape;999;p25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00" name="Google Shape;1000;p25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01" name="Google Shape;1001;p25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02" name="Google Shape;1002;p25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03" name="Google Shape;1003;p25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04" name="Google Shape;1004;p25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05" name="Google Shape;1005;p25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06" name="Google Shape;1006;p25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07" name="Google Shape;1007;p25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08" name="Google Shape;1008;p25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09" name="Google Shape;1009;p25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10" name="Google Shape;1010;p25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11" name="Google Shape;1011;p25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12" name="Google Shape;1012;p25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13" name="Google Shape;1013;p25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2">
  <p:cSld name="Title Slide_2"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26"/>
          <p:cNvSpPr/>
          <p:nvPr/>
        </p:nvSpPr>
        <p:spPr>
          <a:xfrm>
            <a:off x="4629446" y="1142920"/>
            <a:ext cx="7563260" cy="5725101"/>
          </a:xfrm>
          <a:custGeom>
            <a:avLst/>
            <a:gdLst/>
            <a:ahLst/>
            <a:cxnLst/>
            <a:rect l="l" t="t" r="r" b="b"/>
            <a:pathLst>
              <a:path w="12449810" h="9424035" extrusionOk="0">
                <a:moveTo>
                  <a:pt x="0" y="9423796"/>
                </a:moveTo>
                <a:lnTo>
                  <a:pt x="12449327" y="9423796"/>
                </a:lnTo>
                <a:lnTo>
                  <a:pt x="12449327" y="0"/>
                </a:lnTo>
                <a:lnTo>
                  <a:pt x="0" y="0"/>
                </a:lnTo>
                <a:lnTo>
                  <a:pt x="0" y="942379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016" name="Google Shape;1016;p26"/>
          <p:cNvSpPr/>
          <p:nvPr/>
        </p:nvSpPr>
        <p:spPr>
          <a:xfrm>
            <a:off x="4629446" y="0"/>
            <a:ext cx="7563260" cy="1145328"/>
          </a:xfrm>
          <a:custGeom>
            <a:avLst/>
            <a:gdLst/>
            <a:ahLst/>
            <a:cxnLst/>
            <a:rect l="l" t="t" r="r" b="b"/>
            <a:pathLst>
              <a:path w="12449810" h="1885314" extrusionOk="0">
                <a:moveTo>
                  <a:pt x="0" y="1884759"/>
                </a:moveTo>
                <a:lnTo>
                  <a:pt x="12449327" y="1884759"/>
                </a:lnTo>
                <a:lnTo>
                  <a:pt x="12449327" y="0"/>
                </a:lnTo>
                <a:lnTo>
                  <a:pt x="0" y="0"/>
                </a:lnTo>
                <a:lnTo>
                  <a:pt x="0" y="188475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017" name="Google Shape;1017;p26"/>
          <p:cNvSpPr/>
          <p:nvPr/>
        </p:nvSpPr>
        <p:spPr>
          <a:xfrm>
            <a:off x="4464241" y="385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018" name="Google Shape;1018;p26"/>
          <p:cNvSpPr>
            <a:spLocks noGrp="1"/>
          </p:cNvSpPr>
          <p:nvPr>
            <p:ph type="pic" idx="2"/>
          </p:nvPr>
        </p:nvSpPr>
        <p:spPr>
          <a:xfrm>
            <a:off x="1" y="0"/>
            <a:ext cx="4468500" cy="6857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9" name="Google Shape;1019;p26"/>
          <p:cNvSpPr txBox="1">
            <a:spLocks noGrp="1"/>
          </p:cNvSpPr>
          <p:nvPr>
            <p:ph type="title"/>
          </p:nvPr>
        </p:nvSpPr>
        <p:spPr>
          <a:xfrm>
            <a:off x="5216353" y="2197010"/>
            <a:ext cx="5524500" cy="13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9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1020" name="Google Shape;1020;p26"/>
          <p:cNvGrpSpPr/>
          <p:nvPr/>
        </p:nvGrpSpPr>
        <p:grpSpPr>
          <a:xfrm>
            <a:off x="9251387" y="5728006"/>
            <a:ext cx="2297304" cy="565564"/>
            <a:chOff x="942530" y="948344"/>
            <a:chExt cx="3788430" cy="932658"/>
          </a:xfrm>
        </p:grpSpPr>
        <p:sp>
          <p:nvSpPr>
            <p:cNvPr id="1021" name="Google Shape;1021;p26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22" name="Google Shape;1022;p26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23" name="Google Shape;1023;p26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24" name="Google Shape;1024;p26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25" name="Google Shape;1025;p26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26" name="Google Shape;1026;p26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27" name="Google Shape;1027;p26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28" name="Google Shape;1028;p26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29" name="Google Shape;1029;p26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30" name="Google Shape;1030;p26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31" name="Google Shape;1031;p26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32" name="Google Shape;1032;p26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33" name="Google Shape;1033;p26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34" name="Google Shape;1034;p26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35" name="Google Shape;1035;p26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36" name="Google Shape;1036;p26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37" name="Google Shape;1037;p26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38" name="Google Shape;1038;p26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39" name="Google Shape;1039;p26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40" name="Google Shape;1040;p26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41" name="Google Shape;1041;p26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42" name="Google Shape;1042;p26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43" name="Google Shape;1043;p26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44" name="Google Shape;1044;p26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45" name="Google Shape;1045;p26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46" name="Google Shape;1046;p26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47" name="Google Shape;1047;p26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48" name="Google Shape;1048;p26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49" name="Google Shape;1049;p26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50" name="Google Shape;1050;p26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51" name="Google Shape;1051;p26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52" name="Google Shape;1052;p26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53" name="Google Shape;1053;p26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54" name="Google Shape;1054;p26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55" name="Google Shape;1055;p26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56" name="Google Shape;1056;p26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57" name="Google Shape;1057;p26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58" name="Google Shape;1058;p26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59" name="Google Shape;1059;p26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60" name="Google Shape;1060;p26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61" name="Google Shape;1061;p26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62" name="Google Shape;1062;p26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63" name="Google Shape;1063;p26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64" name="Google Shape;1064;p26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65" name="Google Shape;1065;p26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66" name="Google Shape;1066;p26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67" name="Google Shape;1067;p26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68" name="Google Shape;1068;p26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69" name="Google Shape;1069;p26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70" name="Google Shape;1070;p26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71" name="Google Shape;1071;p26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72" name="Google Shape;1072;p26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73" name="Google Shape;1073;p26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74" name="Google Shape;1074;p26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75" name="Google Shape;1075;p26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76" name="Google Shape;1076;p26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77" name="Google Shape;1077;p26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78" name="Google Shape;1078;p26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79" name="Google Shape;1079;p26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80" name="Google Shape;1080;p26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81" name="Google Shape;1081;p26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82" name="Google Shape;1082;p26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83" name="Google Shape;1083;p26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84" name="Google Shape;1084;p26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3">
  <p:cSld name="Title Slide_3"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7"/>
          <p:cNvSpPr/>
          <p:nvPr/>
        </p:nvSpPr>
        <p:spPr>
          <a:xfrm>
            <a:off x="4464241" y="385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087" name="Google Shape;1087;p27"/>
          <p:cNvSpPr>
            <a:spLocks noGrp="1"/>
          </p:cNvSpPr>
          <p:nvPr>
            <p:ph type="pic" idx="2"/>
          </p:nvPr>
        </p:nvSpPr>
        <p:spPr>
          <a:xfrm>
            <a:off x="1" y="0"/>
            <a:ext cx="4468500" cy="6857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8" name="Google Shape;1088;p27"/>
          <p:cNvSpPr txBox="1">
            <a:spLocks noGrp="1"/>
          </p:cNvSpPr>
          <p:nvPr>
            <p:ph type="title"/>
          </p:nvPr>
        </p:nvSpPr>
        <p:spPr>
          <a:xfrm>
            <a:off x="5216353" y="2197010"/>
            <a:ext cx="5524500" cy="13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9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1089" name="Google Shape;1089;p27"/>
          <p:cNvGrpSpPr/>
          <p:nvPr/>
        </p:nvGrpSpPr>
        <p:grpSpPr>
          <a:xfrm>
            <a:off x="9252881" y="5727269"/>
            <a:ext cx="2297304" cy="565564"/>
            <a:chOff x="942530" y="948344"/>
            <a:chExt cx="3788430" cy="932658"/>
          </a:xfrm>
        </p:grpSpPr>
        <p:sp>
          <p:nvSpPr>
            <p:cNvPr id="1090" name="Google Shape;1090;p27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91" name="Google Shape;1091;p27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92" name="Google Shape;1092;p27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93" name="Google Shape;1093;p27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94" name="Google Shape;1094;p27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95" name="Google Shape;1095;p27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96" name="Google Shape;1096;p27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97" name="Google Shape;1097;p27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98" name="Google Shape;1098;p27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099" name="Google Shape;1099;p27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00" name="Google Shape;1100;p27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01" name="Google Shape;1101;p27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02" name="Google Shape;1102;p27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03" name="Google Shape;1103;p27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04" name="Google Shape;1104;p27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05" name="Google Shape;1105;p27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06" name="Google Shape;1106;p27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07" name="Google Shape;1107;p27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08" name="Google Shape;1108;p27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09" name="Google Shape;1109;p27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10" name="Google Shape;1110;p27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11" name="Google Shape;1111;p27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12" name="Google Shape;1112;p27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13" name="Google Shape;1113;p27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14" name="Google Shape;1114;p27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15" name="Google Shape;1115;p27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16" name="Google Shape;1116;p27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17" name="Google Shape;1117;p27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18" name="Google Shape;1118;p27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19" name="Google Shape;1119;p27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20" name="Google Shape;1120;p27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21" name="Google Shape;1121;p27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22" name="Google Shape;1122;p27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23" name="Google Shape;1123;p27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24" name="Google Shape;1124;p27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25" name="Google Shape;1125;p27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26" name="Google Shape;1126;p27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27" name="Google Shape;1127;p27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28" name="Google Shape;1128;p27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29" name="Google Shape;1129;p27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30" name="Google Shape;1130;p27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33" name="Google Shape;1133;p27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34" name="Google Shape;1134;p27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35" name="Google Shape;1135;p27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36" name="Google Shape;1136;p27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37" name="Google Shape;1137;p27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38" name="Google Shape;1138;p27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39" name="Google Shape;1139;p27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40" name="Google Shape;1140;p27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41" name="Google Shape;1141;p27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42" name="Google Shape;1142;p27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43" name="Google Shape;1143;p27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44" name="Google Shape;1144;p27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45" name="Google Shape;1145;p27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46" name="Google Shape;1146;p27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47" name="Google Shape;1147;p27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48" name="Google Shape;1148;p27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49" name="Google Shape;1149;p27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50" name="Google Shape;1150;p27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51" name="Google Shape;1151;p27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52" name="Google Shape;1152;p27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53" name="Google Shape;1153;p27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_6">
  <p:cSld name="Divider Slide_6"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8"/>
          <p:cNvSpPr/>
          <p:nvPr/>
        </p:nvSpPr>
        <p:spPr>
          <a:xfrm>
            <a:off x="9875920" y="0"/>
            <a:ext cx="2320361" cy="6870044"/>
          </a:xfrm>
          <a:custGeom>
            <a:avLst/>
            <a:gdLst/>
            <a:ahLst/>
            <a:cxnLst/>
            <a:rect l="l" t="t" r="r" b="b"/>
            <a:pathLst>
              <a:path w="3819525" h="11308715" extrusionOk="0">
                <a:moveTo>
                  <a:pt x="3819119" y="0"/>
                </a:moveTo>
                <a:lnTo>
                  <a:pt x="0" y="0"/>
                </a:lnTo>
                <a:lnTo>
                  <a:pt x="0" y="11308556"/>
                </a:lnTo>
                <a:lnTo>
                  <a:pt x="3819119" y="11308556"/>
                </a:lnTo>
                <a:lnTo>
                  <a:pt x="381911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156" name="Google Shape;1156;p28"/>
          <p:cNvSpPr txBox="1"/>
          <p:nvPr/>
        </p:nvSpPr>
        <p:spPr>
          <a:xfrm>
            <a:off x="10604801" y="5925189"/>
            <a:ext cx="1132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157" name="Google Shape;1157;p28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1158" name="Google Shape;1158;p28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1159" name="Google Shape;1159;p28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60" name="Google Shape;1160;p28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61" name="Google Shape;1161;p28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62" name="Google Shape;1162;p28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63" name="Google Shape;1163;p28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64" name="Google Shape;1164;p28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65" name="Google Shape;1165;p28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66" name="Google Shape;1166;p28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67" name="Google Shape;1167;p28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68" name="Google Shape;1168;p28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69" name="Google Shape;1169;p28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70" name="Google Shape;1170;p28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71" name="Google Shape;1171;p28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72" name="Google Shape;1172;p28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73" name="Google Shape;1173;p28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74" name="Google Shape;1174;p28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75" name="Google Shape;1175;p28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76" name="Google Shape;1176;p28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77" name="Google Shape;1177;p28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78" name="Google Shape;1178;p28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79" name="Google Shape;1179;p28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80" name="Google Shape;1180;p28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81" name="Google Shape;1181;p28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82" name="Google Shape;1182;p28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83" name="Google Shape;1183;p28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84" name="Google Shape;1184;p28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85" name="Google Shape;1185;p28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86" name="Google Shape;1186;p28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87" name="Google Shape;1187;p28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88" name="Google Shape;1188;p28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89" name="Google Shape;1189;p28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90" name="Google Shape;1190;p28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91" name="Google Shape;1191;p28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92" name="Google Shape;1192;p28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93" name="Google Shape;1193;p28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94" name="Google Shape;1194;p28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95" name="Google Shape;1195;p28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96" name="Google Shape;1196;p28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97" name="Google Shape;1197;p28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98" name="Google Shape;1198;p28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199" name="Google Shape;1199;p28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00" name="Google Shape;1200;p28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01" name="Google Shape;1201;p28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02" name="Google Shape;1202;p28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03" name="Google Shape;1203;p28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04" name="Google Shape;1204;p28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05" name="Google Shape;1205;p28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06" name="Google Shape;1206;p28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07" name="Google Shape;1207;p28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08" name="Google Shape;1208;p28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09" name="Google Shape;1209;p28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10" name="Google Shape;1210;p28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11" name="Google Shape;1211;p28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12" name="Google Shape;1212;p28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13" name="Google Shape;1213;p28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14" name="Google Shape;1214;p28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15" name="Google Shape;1215;p28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16" name="Google Shape;1216;p28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17" name="Google Shape;1217;p28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18" name="Google Shape;1218;p28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19" name="Google Shape;1219;p28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20" name="Google Shape;1220;p28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21" name="Google Shape;1221;p28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22" name="Google Shape;1222;p28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_2">
  <p:cSld name="Divider Slide_2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29"/>
          <p:cNvSpPr/>
          <p:nvPr/>
        </p:nvSpPr>
        <p:spPr>
          <a:xfrm>
            <a:off x="0" y="0"/>
            <a:ext cx="12213241" cy="6870044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225" name="Google Shape;1225;p29"/>
          <p:cNvSpPr/>
          <p:nvPr/>
        </p:nvSpPr>
        <p:spPr>
          <a:xfrm>
            <a:off x="9875920" y="0"/>
            <a:ext cx="2320361" cy="6870044"/>
          </a:xfrm>
          <a:custGeom>
            <a:avLst/>
            <a:gdLst/>
            <a:ahLst/>
            <a:cxnLst/>
            <a:rect l="l" t="t" r="r" b="b"/>
            <a:pathLst>
              <a:path w="3819525" h="11308715" extrusionOk="0">
                <a:moveTo>
                  <a:pt x="3819119" y="0"/>
                </a:moveTo>
                <a:lnTo>
                  <a:pt x="0" y="0"/>
                </a:lnTo>
                <a:lnTo>
                  <a:pt x="0" y="11308556"/>
                </a:lnTo>
                <a:lnTo>
                  <a:pt x="3819119" y="11308556"/>
                </a:lnTo>
                <a:lnTo>
                  <a:pt x="381911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226" name="Google Shape;1226;p29"/>
          <p:cNvSpPr txBox="1"/>
          <p:nvPr/>
        </p:nvSpPr>
        <p:spPr>
          <a:xfrm>
            <a:off x="10604801" y="5925189"/>
            <a:ext cx="11322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grpSp>
        <p:nvGrpSpPr>
          <p:cNvPr id="1227" name="Google Shape;1227;p29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1228" name="Google Shape;1228;p29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29" name="Google Shape;1229;p29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44" name="Google Shape;1244;p29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45" name="Google Shape;1245;p29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46" name="Google Shape;1246;p29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58" name="Google Shape;1258;p29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60" name="Google Shape;1260;p29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61" name="Google Shape;1261;p29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64" name="Google Shape;1264;p29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65" name="Google Shape;1265;p29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66" name="Google Shape;1266;p29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77" name="Google Shape;1277;p29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78" name="Google Shape;1278;p29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79" name="Google Shape;1279;p29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80" name="Google Shape;1280;p29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81" name="Google Shape;1281;p29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82" name="Google Shape;1282;p29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83" name="Google Shape;1283;p29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84" name="Google Shape;1284;p29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85" name="Google Shape;1285;p29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86" name="Google Shape;1286;p29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87" name="Google Shape;1287;p29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88" name="Google Shape;1288;p29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89" name="Google Shape;1289;p29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90" name="Google Shape;1290;p29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91" name="Google Shape;1291;p29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1292" name="Google Shape;1292;p29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_3">
  <p:cSld name="Divider Slide_3"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0"/>
          <p:cNvSpPr/>
          <p:nvPr/>
        </p:nvSpPr>
        <p:spPr>
          <a:xfrm>
            <a:off x="0" y="0"/>
            <a:ext cx="9700228" cy="6870044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295" name="Google Shape;1295;p30"/>
          <p:cNvSpPr/>
          <p:nvPr/>
        </p:nvSpPr>
        <p:spPr>
          <a:xfrm>
            <a:off x="9710820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296" name="Google Shape;1296;p30"/>
          <p:cNvSpPr txBox="1"/>
          <p:nvPr/>
        </p:nvSpPr>
        <p:spPr>
          <a:xfrm>
            <a:off x="10604801" y="5925189"/>
            <a:ext cx="1098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chemeClr val="dk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chemeClr val="dk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grpSp>
        <p:nvGrpSpPr>
          <p:cNvPr id="1297" name="Google Shape;1297;p30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1298" name="Google Shape;1298;p30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299" name="Google Shape;1299;p30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00" name="Google Shape;1300;p30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01" name="Google Shape;1301;p30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02" name="Google Shape;1302;p30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03" name="Google Shape;1303;p30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04" name="Google Shape;1304;p30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05" name="Google Shape;1305;p30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06" name="Google Shape;1306;p30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07" name="Google Shape;1307;p30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08" name="Google Shape;1308;p30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09" name="Google Shape;1309;p30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10" name="Google Shape;1310;p30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14" name="Google Shape;1314;p30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15" name="Google Shape;1315;p30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16" name="Google Shape;1316;p30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17" name="Google Shape;1317;p30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18" name="Google Shape;1318;p30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19" name="Google Shape;1319;p30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20" name="Google Shape;1320;p30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21" name="Google Shape;1321;p30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22" name="Google Shape;1322;p30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23" name="Google Shape;1323;p30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24" name="Google Shape;1324;p30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25" name="Google Shape;1325;p30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26" name="Google Shape;1326;p30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27" name="Google Shape;1327;p30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28" name="Google Shape;1328;p30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29" name="Google Shape;1329;p30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30" name="Google Shape;1330;p30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31" name="Google Shape;1331;p30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32" name="Google Shape;1332;p30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33" name="Google Shape;1333;p30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34" name="Google Shape;1334;p30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35" name="Google Shape;1335;p30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36" name="Google Shape;1336;p30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37" name="Google Shape;1337;p30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38" name="Google Shape;1338;p30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39" name="Google Shape;1339;p30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40" name="Google Shape;1340;p30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41" name="Google Shape;1341;p30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42" name="Google Shape;1342;p30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43" name="Google Shape;1343;p30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44" name="Google Shape;1344;p30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45" name="Google Shape;1345;p30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46" name="Google Shape;1346;p30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47" name="Google Shape;1347;p30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48" name="Google Shape;1348;p30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49" name="Google Shape;1349;p30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50" name="Google Shape;1350;p30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51" name="Google Shape;1351;p30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52" name="Google Shape;1352;p30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53" name="Google Shape;1353;p30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54" name="Google Shape;1354;p30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55" name="Google Shape;1355;p30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56" name="Google Shape;1356;p30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57" name="Google Shape;1357;p30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1362" name="Google Shape;1362;p30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_4">
  <p:cSld name="Divider Slide_4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31"/>
          <p:cNvSpPr txBox="1"/>
          <p:nvPr/>
        </p:nvSpPr>
        <p:spPr>
          <a:xfrm>
            <a:off x="6379062" y="5925192"/>
            <a:ext cx="10185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grpSp>
        <p:nvGrpSpPr>
          <p:cNvPr id="1365" name="Google Shape;1365;p31"/>
          <p:cNvGrpSpPr/>
          <p:nvPr/>
        </p:nvGrpSpPr>
        <p:grpSpPr>
          <a:xfrm>
            <a:off x="0" y="0"/>
            <a:ext cx="12191230" cy="6857821"/>
            <a:chOff x="0" y="0"/>
            <a:chExt cx="20104271" cy="11309071"/>
          </a:xfrm>
        </p:grpSpPr>
        <p:sp>
          <p:nvSpPr>
            <p:cNvPr id="1366" name="Google Shape;1366;p31"/>
            <p:cNvSpPr/>
            <p:nvPr/>
          </p:nvSpPr>
          <p:spPr>
            <a:xfrm>
              <a:off x="0" y="8481417"/>
              <a:ext cx="19832320" cy="2827654"/>
            </a:xfrm>
            <a:custGeom>
              <a:avLst/>
              <a:gdLst/>
              <a:ahLst/>
              <a:cxnLst/>
              <a:rect l="l" t="t" r="r" b="b"/>
              <a:pathLst>
                <a:path w="19832320" h="2827654" extrusionOk="0">
                  <a:moveTo>
                    <a:pt x="0" y="2827139"/>
                  </a:moveTo>
                  <a:lnTo>
                    <a:pt x="19831856" y="2827139"/>
                  </a:lnTo>
                  <a:lnTo>
                    <a:pt x="19831856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67" name="Google Shape;1367;p31"/>
            <p:cNvSpPr/>
            <p:nvPr/>
          </p:nvSpPr>
          <p:spPr>
            <a:xfrm>
              <a:off x="0" y="0"/>
              <a:ext cx="19832320" cy="8481695"/>
            </a:xfrm>
            <a:custGeom>
              <a:avLst/>
              <a:gdLst/>
              <a:ahLst/>
              <a:cxnLst/>
              <a:rect l="l" t="t" r="r" b="b"/>
              <a:pathLst>
                <a:path w="19832320" h="8481695" extrusionOk="0">
                  <a:moveTo>
                    <a:pt x="19831856" y="0"/>
                  </a:moveTo>
                  <a:lnTo>
                    <a:pt x="0" y="0"/>
                  </a:lnTo>
                  <a:lnTo>
                    <a:pt x="0" y="8481417"/>
                  </a:lnTo>
                  <a:lnTo>
                    <a:pt x="19831856" y="8481417"/>
                  </a:lnTo>
                  <a:lnTo>
                    <a:pt x="198318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68" name="Google Shape;1368;p31"/>
            <p:cNvSpPr/>
            <p:nvPr/>
          </p:nvSpPr>
          <p:spPr>
            <a:xfrm>
              <a:off x="19831856" y="0"/>
              <a:ext cx="272415" cy="11308715"/>
            </a:xfrm>
            <a:custGeom>
              <a:avLst/>
              <a:gdLst/>
              <a:ahLst/>
              <a:cxnLst/>
              <a:rect l="l" t="t" r="r" b="b"/>
              <a:pathLst>
                <a:path w="272415" h="11308715" extrusionOk="0">
                  <a:moveTo>
                    <a:pt x="27224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72243" y="11308556"/>
                  </a:lnTo>
                  <a:lnTo>
                    <a:pt x="272243" y="0"/>
                  </a:lnTo>
                  <a:close/>
                </a:path>
              </a:pathLst>
            </a:custGeom>
            <a:solidFill>
              <a:srgbClr val="E500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1369" name="Google Shape;1369;p31"/>
          <p:cNvSpPr txBox="1"/>
          <p:nvPr/>
        </p:nvSpPr>
        <p:spPr>
          <a:xfrm>
            <a:off x="10604801" y="5925189"/>
            <a:ext cx="10815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370" name="Google Shape;1370;p31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1371" name="Google Shape;1371;p31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1372" name="Google Shape;1372;p31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73" name="Google Shape;1373;p31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74" name="Google Shape;1374;p31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75" name="Google Shape;1375;p31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76" name="Google Shape;1376;p31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77" name="Google Shape;1377;p31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78" name="Google Shape;1378;p31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79" name="Google Shape;1379;p31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80" name="Google Shape;1380;p31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81" name="Google Shape;1381;p31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82" name="Google Shape;1382;p31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83" name="Google Shape;1383;p31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84" name="Google Shape;1384;p31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85" name="Google Shape;1385;p31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86" name="Google Shape;1386;p31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89" name="Google Shape;1389;p31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90" name="Google Shape;1390;p31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91" name="Google Shape;1391;p31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92" name="Google Shape;1392;p31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93" name="Google Shape;1393;p31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94" name="Google Shape;1394;p31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95" name="Google Shape;1395;p31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96" name="Google Shape;1396;p31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97" name="Google Shape;1397;p31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98" name="Google Shape;1398;p31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399" name="Google Shape;1399;p31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00" name="Google Shape;1400;p31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01" name="Google Shape;1401;p31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02" name="Google Shape;1402;p31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03" name="Google Shape;1403;p31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04" name="Google Shape;1404;p31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05" name="Google Shape;1405;p31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06" name="Google Shape;1406;p31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07" name="Google Shape;1407;p31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08" name="Google Shape;1408;p31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09" name="Google Shape;1409;p31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10" name="Google Shape;1410;p31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11" name="Google Shape;1411;p31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12" name="Google Shape;1412;p31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13" name="Google Shape;1413;p31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14" name="Google Shape;1414;p31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15" name="Google Shape;1415;p31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16" name="Google Shape;1416;p31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17" name="Google Shape;1417;p31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18" name="Google Shape;1418;p31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19" name="Google Shape;1419;p31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20" name="Google Shape;1420;p31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21" name="Google Shape;1421;p31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22" name="Google Shape;1422;p31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23" name="Google Shape;1423;p31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24" name="Google Shape;1424;p31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25" name="Google Shape;1425;p31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26" name="Google Shape;1426;p31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27" name="Google Shape;1427;p31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28" name="Google Shape;1428;p31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29" name="Google Shape;1429;p31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30" name="Google Shape;1430;p31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31" name="Google Shape;1431;p31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32" name="Google Shape;1432;p31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33" name="Google Shape;1433;p31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34" name="Google Shape;1434;p31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35" name="Google Shape;1435;p31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_7">
  <p:cSld name="Divider Slide_7"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32"/>
          <p:cNvSpPr txBox="1"/>
          <p:nvPr/>
        </p:nvSpPr>
        <p:spPr>
          <a:xfrm>
            <a:off x="6379062" y="5925192"/>
            <a:ext cx="10185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grpSp>
        <p:nvGrpSpPr>
          <p:cNvPr id="1438" name="Google Shape;1438;p32"/>
          <p:cNvGrpSpPr/>
          <p:nvPr/>
        </p:nvGrpSpPr>
        <p:grpSpPr>
          <a:xfrm>
            <a:off x="0" y="0"/>
            <a:ext cx="12191230" cy="6857821"/>
            <a:chOff x="0" y="0"/>
            <a:chExt cx="20104271" cy="11309071"/>
          </a:xfrm>
        </p:grpSpPr>
        <p:sp>
          <p:nvSpPr>
            <p:cNvPr id="1439" name="Google Shape;1439;p32"/>
            <p:cNvSpPr/>
            <p:nvPr/>
          </p:nvSpPr>
          <p:spPr>
            <a:xfrm>
              <a:off x="0" y="8481417"/>
              <a:ext cx="19832320" cy="2827654"/>
            </a:xfrm>
            <a:custGeom>
              <a:avLst/>
              <a:gdLst/>
              <a:ahLst/>
              <a:cxnLst/>
              <a:rect l="l" t="t" r="r" b="b"/>
              <a:pathLst>
                <a:path w="19832320" h="2827654" extrusionOk="0">
                  <a:moveTo>
                    <a:pt x="0" y="2827139"/>
                  </a:moveTo>
                  <a:lnTo>
                    <a:pt x="19831856" y="2827139"/>
                  </a:lnTo>
                  <a:lnTo>
                    <a:pt x="19831856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40" name="Google Shape;1440;p32"/>
            <p:cNvSpPr/>
            <p:nvPr/>
          </p:nvSpPr>
          <p:spPr>
            <a:xfrm>
              <a:off x="19831856" y="0"/>
              <a:ext cx="272415" cy="11308715"/>
            </a:xfrm>
            <a:custGeom>
              <a:avLst/>
              <a:gdLst/>
              <a:ahLst/>
              <a:cxnLst/>
              <a:rect l="l" t="t" r="r" b="b"/>
              <a:pathLst>
                <a:path w="272415" h="11308715" extrusionOk="0">
                  <a:moveTo>
                    <a:pt x="272243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272243" y="11308556"/>
                  </a:lnTo>
                  <a:lnTo>
                    <a:pt x="272243" y="0"/>
                  </a:lnTo>
                  <a:close/>
                </a:path>
              </a:pathLst>
            </a:custGeom>
            <a:solidFill>
              <a:srgbClr val="E5007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1441" name="Google Shape;1441;p32"/>
          <p:cNvSpPr txBox="1"/>
          <p:nvPr/>
        </p:nvSpPr>
        <p:spPr>
          <a:xfrm>
            <a:off x="10604801" y="5925189"/>
            <a:ext cx="11151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442" name="Google Shape;1442;p32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1443" name="Google Shape;1443;p32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1444" name="Google Shape;1444;p32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45" name="Google Shape;1445;p32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46" name="Google Shape;1446;p32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47" name="Google Shape;1447;p32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48" name="Google Shape;1448;p32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49" name="Google Shape;1449;p32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50" name="Google Shape;1450;p32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51" name="Google Shape;1451;p32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52" name="Google Shape;1452;p32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53" name="Google Shape;1453;p32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54" name="Google Shape;1454;p32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55" name="Google Shape;1455;p32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56" name="Google Shape;1456;p32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57" name="Google Shape;1457;p32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58" name="Google Shape;1458;p32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59" name="Google Shape;1459;p32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60" name="Google Shape;1460;p32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61" name="Google Shape;1461;p32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62" name="Google Shape;1462;p32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63" name="Google Shape;1463;p32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64" name="Google Shape;1464;p32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65" name="Google Shape;1465;p32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66" name="Google Shape;1466;p32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67" name="Google Shape;1467;p32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68" name="Google Shape;1468;p32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69" name="Google Shape;1469;p32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70" name="Google Shape;1470;p32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71" name="Google Shape;1471;p32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72" name="Google Shape;1472;p32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73" name="Google Shape;1473;p32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74" name="Google Shape;1474;p32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75" name="Google Shape;1475;p32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76" name="Google Shape;1476;p32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77" name="Google Shape;1477;p32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78" name="Google Shape;1478;p32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79" name="Google Shape;1479;p32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80" name="Google Shape;1480;p32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81" name="Google Shape;1481;p32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82" name="Google Shape;1482;p32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83" name="Google Shape;1483;p32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84" name="Google Shape;1484;p32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85" name="Google Shape;1485;p32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86" name="Google Shape;1486;p32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87" name="Google Shape;1487;p32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88" name="Google Shape;1488;p32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89" name="Google Shape;1489;p32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90" name="Google Shape;1490;p32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91" name="Google Shape;1491;p32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92" name="Google Shape;1492;p32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93" name="Google Shape;1493;p32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94" name="Google Shape;1494;p32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95" name="Google Shape;1495;p32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96" name="Google Shape;1496;p32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97" name="Google Shape;1497;p32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98" name="Google Shape;1498;p32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499" name="Google Shape;1499;p32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00" name="Google Shape;1500;p32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01" name="Google Shape;1501;p32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02" name="Google Shape;1502;p32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03" name="Google Shape;1503;p32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04" name="Google Shape;1504;p32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05" name="Google Shape;1505;p32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06" name="Google Shape;1506;p32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07" name="Google Shape;1507;p32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Slide_5">
  <p:cSld name="Divider Slide_5"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33"/>
          <p:cNvSpPr txBox="1"/>
          <p:nvPr/>
        </p:nvSpPr>
        <p:spPr>
          <a:xfrm>
            <a:off x="10604798" y="5925192"/>
            <a:ext cx="10185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pic>
        <p:nvPicPr>
          <p:cNvPr id="1510" name="Google Shape;151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851" y="-13477"/>
            <a:ext cx="12191146" cy="68575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1" name="Google Shape;1511;p33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1512" name="Google Shape;1512;p33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21" name="Google Shape;1521;p33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22" name="Google Shape;1522;p33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23" name="Google Shape;1523;p33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24" name="Google Shape;1524;p33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26" name="Google Shape;1526;p33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28" name="Google Shape;1528;p33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29" name="Google Shape;1529;p33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30" name="Google Shape;1530;p33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31" name="Google Shape;1531;p33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32" name="Google Shape;1532;p33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34" name="Google Shape;1534;p33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35" name="Google Shape;1535;p33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36" name="Google Shape;1536;p33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37" name="Google Shape;1537;p33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38" name="Google Shape;1538;p33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39" name="Google Shape;1539;p33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40" name="Google Shape;1540;p33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41" name="Google Shape;1541;p33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42" name="Google Shape;1542;p33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43" name="Google Shape;1543;p33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44" name="Google Shape;1544;p33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45" name="Google Shape;1545;p33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46" name="Google Shape;1546;p33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47" name="Google Shape;1547;p33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48" name="Google Shape;1548;p33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49" name="Google Shape;1549;p33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50" name="Google Shape;1550;p33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51" name="Google Shape;1551;p33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52" name="Google Shape;1552;p33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53" name="Google Shape;1553;p33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54" name="Google Shape;1554;p33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55" name="Google Shape;1555;p33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56" name="Google Shape;1556;p33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57" name="Google Shape;1557;p33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58" name="Google Shape;1558;p33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59" name="Google Shape;1559;p33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60" name="Google Shape;1560;p33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61" name="Google Shape;1561;p33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62" name="Google Shape;1562;p33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63" name="Google Shape;1563;p33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64" name="Google Shape;1564;p33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65" name="Google Shape;1565;p33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66" name="Google Shape;1566;p33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67" name="Google Shape;1567;p33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68" name="Google Shape;1568;p33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69" name="Google Shape;1569;p33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70" name="Google Shape;1570;p33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72" name="Google Shape;1572;p33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73" name="Google Shape;1573;p33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1576" name="Google Shape;1576;p33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577" name="Google Shape;1577;p33"/>
          <p:cNvSpPr txBox="1"/>
          <p:nvPr/>
        </p:nvSpPr>
        <p:spPr>
          <a:xfrm>
            <a:off x="10697223" y="6017604"/>
            <a:ext cx="10986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Slide_1">
  <p:cSld name="Text Only Slide_1"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34"/>
          <p:cNvSpPr txBox="1"/>
          <p:nvPr/>
        </p:nvSpPr>
        <p:spPr>
          <a:xfrm>
            <a:off x="10604798" y="5925192"/>
            <a:ext cx="10185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580" name="Google Shape;1580;p34"/>
          <p:cNvSpPr/>
          <p:nvPr/>
        </p:nvSpPr>
        <p:spPr>
          <a:xfrm>
            <a:off x="12026899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581" name="Google Shape;1581;p34"/>
          <p:cNvSpPr txBox="1">
            <a:spLocks noGrp="1"/>
          </p:cNvSpPr>
          <p:nvPr>
            <p:ph type="body" idx="1"/>
          </p:nvPr>
        </p:nvSpPr>
        <p:spPr>
          <a:xfrm>
            <a:off x="568634" y="1699535"/>
            <a:ext cx="10980300" cy="3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700" b="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500" b="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82" name="Google Shape;1582;p34"/>
          <p:cNvSpPr txBox="1">
            <a:spLocks noGrp="1"/>
          </p:cNvSpPr>
          <p:nvPr>
            <p:ph type="title"/>
          </p:nvPr>
        </p:nvSpPr>
        <p:spPr>
          <a:xfrm>
            <a:off x="520159" y="627293"/>
            <a:ext cx="92265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1583" name="Google Shape;1583;p34"/>
          <p:cNvGrpSpPr/>
          <p:nvPr/>
        </p:nvGrpSpPr>
        <p:grpSpPr>
          <a:xfrm>
            <a:off x="571550" y="5728006"/>
            <a:ext cx="2297304" cy="565564"/>
            <a:chOff x="942530" y="948344"/>
            <a:chExt cx="3788430" cy="932658"/>
          </a:xfrm>
        </p:grpSpPr>
        <p:sp>
          <p:nvSpPr>
            <p:cNvPr id="1584" name="Google Shape;1584;p34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85" name="Google Shape;1585;p34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86" name="Google Shape;1586;p34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87" name="Google Shape;1587;p34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88" name="Google Shape;1588;p34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89" name="Google Shape;1589;p34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90" name="Google Shape;1590;p34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91" name="Google Shape;1591;p34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92" name="Google Shape;1592;p34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93" name="Google Shape;1593;p34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94" name="Google Shape;1594;p34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95" name="Google Shape;1595;p34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96" name="Google Shape;1596;p34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97" name="Google Shape;1597;p34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98" name="Google Shape;1598;p34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599" name="Google Shape;1599;p34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00" name="Google Shape;1600;p34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01" name="Google Shape;1601;p34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02" name="Google Shape;1602;p34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03" name="Google Shape;1603;p34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04" name="Google Shape;1604;p34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05" name="Google Shape;1605;p34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06" name="Google Shape;1606;p34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07" name="Google Shape;1607;p34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08" name="Google Shape;1608;p34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09" name="Google Shape;1609;p34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10" name="Google Shape;1610;p34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11" name="Google Shape;1611;p34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13" name="Google Shape;1613;p34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14" name="Google Shape;1614;p34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15" name="Google Shape;1615;p34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16" name="Google Shape;1616;p34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17" name="Google Shape;1617;p34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18" name="Google Shape;1618;p34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19" name="Google Shape;1619;p34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20" name="Google Shape;1620;p34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21" name="Google Shape;1621;p34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22" name="Google Shape;1622;p34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23" name="Google Shape;1623;p34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24" name="Google Shape;1624;p34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25" name="Google Shape;1625;p34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26" name="Google Shape;1626;p34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27" name="Google Shape;1627;p34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28" name="Google Shape;1628;p34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29" name="Google Shape;1629;p34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30" name="Google Shape;1630;p34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31" name="Google Shape;1631;p34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32" name="Google Shape;1632;p34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33" name="Google Shape;1633;p34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34" name="Google Shape;1634;p34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35" name="Google Shape;1635;p34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36" name="Google Shape;1636;p34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37" name="Google Shape;1637;p34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38" name="Google Shape;1638;p34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39" name="Google Shape;1639;p34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40" name="Google Shape;1640;p34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41" name="Google Shape;1641;p34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42" name="Google Shape;1642;p34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43" name="Google Shape;1643;p34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44" name="Google Shape;1644;p34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45" name="Google Shape;1645;p34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46" name="Google Shape;1646;p34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47" name="Google Shape;1647;p34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Slide_2">
  <p:cSld name="Text Only Slide_2"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5"/>
          <p:cNvSpPr txBox="1"/>
          <p:nvPr/>
        </p:nvSpPr>
        <p:spPr>
          <a:xfrm>
            <a:off x="10604798" y="5925192"/>
            <a:ext cx="10185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650" name="Google Shape;1650;p35"/>
          <p:cNvSpPr/>
          <p:nvPr/>
        </p:nvSpPr>
        <p:spPr>
          <a:xfrm>
            <a:off x="12026899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651" name="Google Shape;1651;p35"/>
          <p:cNvSpPr txBox="1">
            <a:spLocks noGrp="1"/>
          </p:cNvSpPr>
          <p:nvPr>
            <p:ph type="body" idx="1"/>
          </p:nvPr>
        </p:nvSpPr>
        <p:spPr>
          <a:xfrm>
            <a:off x="566062" y="2855290"/>
            <a:ext cx="109803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700" b="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500" b="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52" name="Google Shape;1652;p35"/>
          <p:cNvSpPr txBox="1">
            <a:spLocks noGrp="1"/>
          </p:cNvSpPr>
          <p:nvPr>
            <p:ph type="title"/>
          </p:nvPr>
        </p:nvSpPr>
        <p:spPr>
          <a:xfrm>
            <a:off x="520159" y="1732256"/>
            <a:ext cx="92265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1653" name="Google Shape;1653;p35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1654" name="Google Shape;1654;p35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55" name="Google Shape;1655;p35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56" name="Google Shape;1656;p35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57" name="Google Shape;1657;p35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58" name="Google Shape;1658;p35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59" name="Google Shape;1659;p35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60" name="Google Shape;1660;p35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61" name="Google Shape;1661;p35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62" name="Google Shape;1662;p35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63" name="Google Shape;1663;p35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64" name="Google Shape;1664;p35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65" name="Google Shape;1665;p35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66" name="Google Shape;1666;p35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67" name="Google Shape;1667;p35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68" name="Google Shape;1668;p35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69" name="Google Shape;1669;p35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70" name="Google Shape;1670;p35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71" name="Google Shape;1671;p35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72" name="Google Shape;1672;p35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73" name="Google Shape;1673;p35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74" name="Google Shape;1674;p35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75" name="Google Shape;1675;p35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76" name="Google Shape;1676;p35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77" name="Google Shape;1677;p35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78" name="Google Shape;1678;p35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79" name="Google Shape;1679;p35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80" name="Google Shape;1680;p35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81" name="Google Shape;1681;p35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82" name="Google Shape;1682;p35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83" name="Google Shape;1683;p35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84" name="Google Shape;1684;p35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85" name="Google Shape;1685;p35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86" name="Google Shape;1686;p35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87" name="Google Shape;1687;p35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88" name="Google Shape;1688;p35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89" name="Google Shape;1689;p35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90" name="Google Shape;1690;p35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91" name="Google Shape;1691;p35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Slide_3">
  <p:cSld name="Text Only Slide_3"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36"/>
          <p:cNvSpPr txBox="1"/>
          <p:nvPr/>
        </p:nvSpPr>
        <p:spPr>
          <a:xfrm>
            <a:off x="10604798" y="5925192"/>
            <a:ext cx="10185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720" name="Google Shape;1720;p36"/>
          <p:cNvSpPr/>
          <p:nvPr/>
        </p:nvSpPr>
        <p:spPr>
          <a:xfrm>
            <a:off x="0" y="6692430"/>
            <a:ext cx="12213241" cy="165492"/>
          </a:xfrm>
          <a:custGeom>
            <a:avLst/>
            <a:gdLst/>
            <a:ahLst/>
            <a:cxnLst/>
            <a:rect l="l" t="t" r="r" b="b"/>
            <a:pathLst>
              <a:path w="20104100" h="272415" extrusionOk="0">
                <a:moveTo>
                  <a:pt x="20104099" y="0"/>
                </a:moveTo>
                <a:lnTo>
                  <a:pt x="0" y="0"/>
                </a:lnTo>
                <a:lnTo>
                  <a:pt x="0" y="272243"/>
                </a:lnTo>
                <a:lnTo>
                  <a:pt x="20104099" y="272243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721" name="Google Shape;1721;p36"/>
          <p:cNvSpPr txBox="1">
            <a:spLocks noGrp="1"/>
          </p:cNvSpPr>
          <p:nvPr>
            <p:ph type="body" idx="1"/>
          </p:nvPr>
        </p:nvSpPr>
        <p:spPr>
          <a:xfrm>
            <a:off x="568634" y="1699535"/>
            <a:ext cx="10980300" cy="3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22" name="Google Shape;1722;p36"/>
          <p:cNvSpPr txBox="1">
            <a:spLocks noGrp="1"/>
          </p:cNvSpPr>
          <p:nvPr>
            <p:ph type="title"/>
          </p:nvPr>
        </p:nvSpPr>
        <p:spPr>
          <a:xfrm>
            <a:off x="520159" y="627293"/>
            <a:ext cx="92265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1723" name="Google Shape;1723;p36"/>
          <p:cNvGrpSpPr/>
          <p:nvPr/>
        </p:nvGrpSpPr>
        <p:grpSpPr>
          <a:xfrm>
            <a:off x="571550" y="5728006"/>
            <a:ext cx="2297304" cy="565564"/>
            <a:chOff x="942530" y="948344"/>
            <a:chExt cx="3788430" cy="932658"/>
          </a:xfrm>
        </p:grpSpPr>
        <p:sp>
          <p:nvSpPr>
            <p:cNvPr id="1724" name="Google Shape;1724;p36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25" name="Google Shape;1725;p36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26" name="Google Shape;1726;p36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27" name="Google Shape;1727;p36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28" name="Google Shape;1728;p36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29" name="Google Shape;1729;p36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30" name="Google Shape;1730;p36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31" name="Google Shape;1731;p36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32" name="Google Shape;1732;p36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33" name="Google Shape;1733;p36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34" name="Google Shape;1734;p36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35" name="Google Shape;1735;p36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36" name="Google Shape;1736;p36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37" name="Google Shape;1737;p36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38" name="Google Shape;1738;p36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39" name="Google Shape;1739;p36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40" name="Google Shape;1740;p36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41" name="Google Shape;1741;p36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42" name="Google Shape;1742;p36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43" name="Google Shape;1743;p36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44" name="Google Shape;1744;p36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45" name="Google Shape;1745;p36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46" name="Google Shape;1746;p36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47" name="Google Shape;1747;p36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48" name="Google Shape;1748;p36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49" name="Google Shape;1749;p36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50" name="Google Shape;1750;p36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51" name="Google Shape;1751;p36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52" name="Google Shape;1752;p36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53" name="Google Shape;1753;p36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54" name="Google Shape;1754;p36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55" name="Google Shape;1755;p36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56" name="Google Shape;1756;p36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57" name="Google Shape;1757;p36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58" name="Google Shape;1758;p36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59" name="Google Shape;1759;p36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60" name="Google Shape;1760;p36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61" name="Google Shape;1761;p36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62" name="Google Shape;1762;p36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63" name="Google Shape;1763;p36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64" name="Google Shape;1764;p36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65" name="Google Shape;1765;p36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66" name="Google Shape;1766;p36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67" name="Google Shape;1767;p36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68" name="Google Shape;1768;p36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69" name="Google Shape;1769;p36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70" name="Google Shape;1770;p36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71" name="Google Shape;1771;p36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72" name="Google Shape;1772;p36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73" name="Google Shape;1773;p36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74" name="Google Shape;1774;p36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75" name="Google Shape;1775;p36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76" name="Google Shape;1776;p36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77" name="Google Shape;1777;p36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78" name="Google Shape;1778;p36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79" name="Google Shape;1779;p36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80" name="Google Shape;1780;p36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81" name="Google Shape;1781;p36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82" name="Google Shape;1782;p36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83" name="Google Shape;1783;p36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84" name="Google Shape;1784;p36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85" name="Google Shape;1785;p36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86" name="Google Shape;1786;p36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87" name="Google Shape;1787;p36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Slide_4">
  <p:cSld name="Text Only Slide_4"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37"/>
          <p:cNvSpPr txBox="1"/>
          <p:nvPr/>
        </p:nvSpPr>
        <p:spPr>
          <a:xfrm>
            <a:off x="10604798" y="5925192"/>
            <a:ext cx="1018500" cy="7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87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1790" name="Google Shape;1790;p37"/>
          <p:cNvSpPr/>
          <p:nvPr/>
        </p:nvSpPr>
        <p:spPr>
          <a:xfrm>
            <a:off x="0" y="6692430"/>
            <a:ext cx="12213241" cy="165492"/>
          </a:xfrm>
          <a:custGeom>
            <a:avLst/>
            <a:gdLst/>
            <a:ahLst/>
            <a:cxnLst/>
            <a:rect l="l" t="t" r="r" b="b"/>
            <a:pathLst>
              <a:path w="20104100" h="272415" extrusionOk="0">
                <a:moveTo>
                  <a:pt x="20104099" y="0"/>
                </a:moveTo>
                <a:lnTo>
                  <a:pt x="0" y="0"/>
                </a:lnTo>
                <a:lnTo>
                  <a:pt x="0" y="272243"/>
                </a:lnTo>
                <a:lnTo>
                  <a:pt x="20104099" y="272243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791" name="Google Shape;1791;p37"/>
          <p:cNvSpPr txBox="1">
            <a:spLocks noGrp="1"/>
          </p:cNvSpPr>
          <p:nvPr>
            <p:ph type="body" idx="1"/>
          </p:nvPr>
        </p:nvSpPr>
        <p:spPr>
          <a:xfrm>
            <a:off x="566062" y="2855290"/>
            <a:ext cx="109803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700" b="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500" b="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92" name="Google Shape;1792;p37"/>
          <p:cNvSpPr txBox="1">
            <a:spLocks noGrp="1"/>
          </p:cNvSpPr>
          <p:nvPr>
            <p:ph type="title"/>
          </p:nvPr>
        </p:nvSpPr>
        <p:spPr>
          <a:xfrm>
            <a:off x="520159" y="1732256"/>
            <a:ext cx="92265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1793" name="Google Shape;1793;p37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1794" name="Google Shape;1794;p37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95" name="Google Shape;1795;p37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96" name="Google Shape;1796;p37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97" name="Google Shape;1797;p37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98" name="Google Shape;1798;p37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799" name="Google Shape;1799;p37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00" name="Google Shape;1800;p37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01" name="Google Shape;1801;p37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02" name="Google Shape;1802;p37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03" name="Google Shape;1803;p37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04" name="Google Shape;1804;p37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05" name="Google Shape;1805;p37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06" name="Google Shape;1806;p37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07" name="Google Shape;1807;p37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08" name="Google Shape;1808;p37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09" name="Google Shape;1809;p37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10" name="Google Shape;1810;p37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11" name="Google Shape;1811;p37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12" name="Google Shape;1812;p37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13" name="Google Shape;1813;p37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14" name="Google Shape;1814;p37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15" name="Google Shape;1815;p37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16" name="Google Shape;1816;p37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17" name="Google Shape;1817;p37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18" name="Google Shape;1818;p37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19" name="Google Shape;1819;p37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20" name="Google Shape;1820;p37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21" name="Google Shape;1821;p37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22" name="Google Shape;1822;p37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23" name="Google Shape;1823;p37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24" name="Google Shape;1824;p37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25" name="Google Shape;1825;p37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26" name="Google Shape;1826;p37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27" name="Google Shape;1827;p37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28" name="Google Shape;1828;p37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29" name="Google Shape;1829;p37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30" name="Google Shape;1830;p37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31" name="Google Shape;1831;p37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32" name="Google Shape;1832;p37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33" name="Google Shape;1833;p37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34" name="Google Shape;1834;p37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35" name="Google Shape;1835;p37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36" name="Google Shape;1836;p37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37" name="Google Shape;1837;p37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38" name="Google Shape;1838;p37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39" name="Google Shape;1839;p37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40" name="Google Shape;1840;p37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41" name="Google Shape;1841;p37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42" name="Google Shape;1842;p37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43" name="Google Shape;1843;p37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44" name="Google Shape;1844;p37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45" name="Google Shape;1845;p37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46" name="Google Shape;1846;p37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47" name="Google Shape;1847;p37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48" name="Google Shape;1848;p37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49" name="Google Shape;1849;p37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50" name="Google Shape;1850;p37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51" name="Google Shape;1851;p37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52" name="Google Shape;1852;p37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53" name="Google Shape;1853;p37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54" name="Google Shape;1854;p37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55" name="Google Shape;1855;p37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56" name="Google Shape;1856;p37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57" name="Google Shape;1857;p37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&amp; Image Slide_1">
  <p:cSld name="Text &amp; Image Slide_1"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38"/>
          <p:cNvSpPr/>
          <p:nvPr/>
        </p:nvSpPr>
        <p:spPr>
          <a:xfrm>
            <a:off x="6968286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860" name="Google Shape;1860;p38"/>
          <p:cNvSpPr>
            <a:spLocks noGrp="1"/>
          </p:cNvSpPr>
          <p:nvPr>
            <p:ph type="pic" idx="2"/>
          </p:nvPr>
        </p:nvSpPr>
        <p:spPr>
          <a:xfrm>
            <a:off x="7130512" y="0"/>
            <a:ext cx="5061600" cy="6857700"/>
          </a:xfrm>
          <a:prstGeom prst="rect">
            <a:avLst/>
          </a:prstGeom>
          <a:noFill/>
          <a:ln>
            <a:noFill/>
          </a:ln>
        </p:spPr>
      </p:sp>
      <p:sp>
        <p:nvSpPr>
          <p:cNvPr id="1861" name="Google Shape;1861;p38"/>
          <p:cNvSpPr txBox="1">
            <a:spLocks noGrp="1"/>
          </p:cNvSpPr>
          <p:nvPr>
            <p:ph type="body" idx="1"/>
          </p:nvPr>
        </p:nvSpPr>
        <p:spPr>
          <a:xfrm>
            <a:off x="566370" y="3416487"/>
            <a:ext cx="5853000" cy="28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700" b="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500" b="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62" name="Google Shape;1862;p38"/>
          <p:cNvSpPr txBox="1">
            <a:spLocks noGrp="1"/>
          </p:cNvSpPr>
          <p:nvPr>
            <p:ph type="title"/>
          </p:nvPr>
        </p:nvSpPr>
        <p:spPr>
          <a:xfrm>
            <a:off x="520159" y="1735125"/>
            <a:ext cx="5391000" cy="12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1863" name="Google Shape;1863;p38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1864" name="Google Shape;1864;p38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65" name="Google Shape;1865;p38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66" name="Google Shape;1866;p38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67" name="Google Shape;1867;p38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68" name="Google Shape;1868;p38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69" name="Google Shape;1869;p38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70" name="Google Shape;1870;p38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71" name="Google Shape;1871;p38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72" name="Google Shape;1872;p38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73" name="Google Shape;1873;p38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74" name="Google Shape;1874;p38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75" name="Google Shape;1875;p38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76" name="Google Shape;1876;p38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77" name="Google Shape;1877;p38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78" name="Google Shape;1878;p38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79" name="Google Shape;1879;p38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80" name="Google Shape;1880;p38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81" name="Google Shape;1881;p38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82" name="Google Shape;1882;p38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83" name="Google Shape;1883;p38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84" name="Google Shape;1884;p38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85" name="Google Shape;1885;p38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86" name="Google Shape;1886;p38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87" name="Google Shape;1887;p38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88" name="Google Shape;1888;p38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89" name="Google Shape;1889;p38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90" name="Google Shape;1890;p38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91" name="Google Shape;1891;p38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92" name="Google Shape;1892;p38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93" name="Google Shape;1893;p38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94" name="Google Shape;1894;p38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95" name="Google Shape;1895;p38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96" name="Google Shape;1896;p38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97" name="Google Shape;1897;p38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98" name="Google Shape;1898;p38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899" name="Google Shape;1899;p38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00" name="Google Shape;1900;p38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01" name="Google Shape;1901;p38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02" name="Google Shape;1902;p38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03" name="Google Shape;1903;p38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04" name="Google Shape;1904;p38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05" name="Google Shape;1905;p38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06" name="Google Shape;1906;p38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07" name="Google Shape;1907;p38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08" name="Google Shape;1908;p38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09" name="Google Shape;1909;p38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10" name="Google Shape;1910;p38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11" name="Google Shape;1911;p38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12" name="Google Shape;1912;p38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13" name="Google Shape;1913;p38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14" name="Google Shape;1914;p38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15" name="Google Shape;1915;p38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16" name="Google Shape;1916;p38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17" name="Google Shape;1917;p38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18" name="Google Shape;1918;p38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19" name="Google Shape;1919;p38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20" name="Google Shape;1920;p38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21" name="Google Shape;1921;p38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22" name="Google Shape;1922;p38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23" name="Google Shape;1923;p38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24" name="Google Shape;1924;p38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25" name="Google Shape;1925;p38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26" name="Google Shape;1926;p38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27" name="Google Shape;1927;p38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&amp; Image Slide_2">
  <p:cSld name="Text &amp; Image Slide_2"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9" name="Google Shape;1929;p39"/>
          <p:cNvGrpSpPr/>
          <p:nvPr/>
        </p:nvGrpSpPr>
        <p:grpSpPr>
          <a:xfrm>
            <a:off x="9251387" y="5728006"/>
            <a:ext cx="2297304" cy="565564"/>
            <a:chOff x="942530" y="948344"/>
            <a:chExt cx="3788430" cy="932658"/>
          </a:xfrm>
        </p:grpSpPr>
        <p:sp>
          <p:nvSpPr>
            <p:cNvPr id="1930" name="Google Shape;1930;p39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31" name="Google Shape;1931;p39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32" name="Google Shape;1932;p39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33" name="Google Shape;1933;p39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34" name="Google Shape;1934;p39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35" name="Google Shape;1935;p39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36" name="Google Shape;1936;p39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37" name="Google Shape;1937;p39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38" name="Google Shape;1938;p39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39" name="Google Shape;1939;p39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40" name="Google Shape;1940;p39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41" name="Google Shape;1941;p39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42" name="Google Shape;1942;p39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43" name="Google Shape;1943;p39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44" name="Google Shape;1944;p39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45" name="Google Shape;1945;p39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46" name="Google Shape;1946;p39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47" name="Google Shape;1947;p39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48" name="Google Shape;1948;p39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49" name="Google Shape;1949;p39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50" name="Google Shape;1950;p39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51" name="Google Shape;1951;p39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52" name="Google Shape;1952;p39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53" name="Google Shape;1953;p39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54" name="Google Shape;1954;p39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55" name="Google Shape;1955;p39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56" name="Google Shape;1956;p39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57" name="Google Shape;1957;p39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58" name="Google Shape;1958;p39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59" name="Google Shape;1959;p39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60" name="Google Shape;1960;p39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61" name="Google Shape;1961;p39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62" name="Google Shape;1962;p39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63" name="Google Shape;1963;p39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64" name="Google Shape;1964;p39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65" name="Google Shape;1965;p39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66" name="Google Shape;1966;p39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67" name="Google Shape;1967;p39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68" name="Google Shape;1968;p39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69" name="Google Shape;1969;p39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70" name="Google Shape;1970;p39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71" name="Google Shape;1971;p39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72" name="Google Shape;1972;p39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73" name="Google Shape;1973;p39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74" name="Google Shape;1974;p39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75" name="Google Shape;1975;p39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76" name="Google Shape;1976;p39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77" name="Google Shape;1977;p39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78" name="Google Shape;1978;p39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79" name="Google Shape;1979;p39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80" name="Google Shape;1980;p39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81" name="Google Shape;1981;p39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82" name="Google Shape;1982;p39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83" name="Google Shape;1983;p39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84" name="Google Shape;1984;p39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85" name="Google Shape;1985;p39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86" name="Google Shape;1986;p39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87" name="Google Shape;1987;p39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88" name="Google Shape;1988;p39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89" name="Google Shape;1989;p39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90" name="Google Shape;1990;p39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91" name="Google Shape;1991;p39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92" name="Google Shape;1992;p39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1993" name="Google Shape;1993;p39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1994" name="Google Shape;1994;p39"/>
          <p:cNvSpPr/>
          <p:nvPr/>
        </p:nvSpPr>
        <p:spPr>
          <a:xfrm>
            <a:off x="5056105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32" y="0"/>
                </a:moveTo>
                <a:lnTo>
                  <a:pt x="0" y="0"/>
                </a:lnTo>
                <a:lnTo>
                  <a:pt x="0" y="11308556"/>
                </a:lnTo>
                <a:lnTo>
                  <a:pt x="272232" y="11308556"/>
                </a:lnTo>
                <a:lnTo>
                  <a:pt x="2722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995" name="Google Shape;1995;p39"/>
          <p:cNvSpPr>
            <a:spLocks noGrp="1"/>
          </p:cNvSpPr>
          <p:nvPr>
            <p:ph type="pic" idx="2"/>
          </p:nvPr>
        </p:nvSpPr>
        <p:spPr>
          <a:xfrm>
            <a:off x="0" y="6291"/>
            <a:ext cx="5062800" cy="6857100"/>
          </a:xfrm>
          <a:prstGeom prst="rect">
            <a:avLst/>
          </a:prstGeom>
          <a:noFill/>
          <a:ln>
            <a:noFill/>
          </a:ln>
        </p:spPr>
      </p:sp>
      <p:sp>
        <p:nvSpPr>
          <p:cNvPr id="1996" name="Google Shape;1996;p39"/>
          <p:cNvSpPr txBox="1">
            <a:spLocks noGrp="1"/>
          </p:cNvSpPr>
          <p:nvPr>
            <p:ph type="body" idx="1"/>
          </p:nvPr>
        </p:nvSpPr>
        <p:spPr>
          <a:xfrm>
            <a:off x="5800107" y="2273567"/>
            <a:ext cx="5853000" cy="28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700" b="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500" b="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97" name="Google Shape;1997;p39"/>
          <p:cNvSpPr txBox="1">
            <a:spLocks noGrp="1"/>
          </p:cNvSpPr>
          <p:nvPr>
            <p:ph type="title"/>
          </p:nvPr>
        </p:nvSpPr>
        <p:spPr>
          <a:xfrm>
            <a:off x="5800107" y="561884"/>
            <a:ext cx="5391000" cy="12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 Slide_1">
  <p:cSld name="Image Only Slide_1">
    <p:spTree>
      <p:nvGrpSpPr>
        <p:cNvPr id="1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40"/>
          <p:cNvSpPr>
            <a:spLocks noGrp="1"/>
          </p:cNvSpPr>
          <p:nvPr>
            <p:ph type="pic" idx="2"/>
          </p:nvPr>
        </p:nvSpPr>
        <p:spPr>
          <a:xfrm>
            <a:off x="165205" y="0"/>
            <a:ext cx="12027000" cy="6861000"/>
          </a:xfrm>
          <a:prstGeom prst="rect">
            <a:avLst/>
          </a:prstGeom>
          <a:noFill/>
          <a:ln>
            <a:noFill/>
          </a:ln>
        </p:spPr>
      </p:sp>
      <p:sp>
        <p:nvSpPr>
          <p:cNvPr id="2000" name="Google Shape;2000;p40"/>
          <p:cNvSpPr/>
          <p:nvPr/>
        </p:nvSpPr>
        <p:spPr>
          <a:xfrm>
            <a:off x="0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2001" name="Google Shape;2001;p40"/>
          <p:cNvGrpSpPr/>
          <p:nvPr/>
        </p:nvGrpSpPr>
        <p:grpSpPr>
          <a:xfrm>
            <a:off x="9251387" y="5728006"/>
            <a:ext cx="2297304" cy="565564"/>
            <a:chOff x="942530" y="948344"/>
            <a:chExt cx="3788430" cy="932658"/>
          </a:xfrm>
        </p:grpSpPr>
        <p:sp>
          <p:nvSpPr>
            <p:cNvPr id="2002" name="Google Shape;2002;p40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03" name="Google Shape;2003;p40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04" name="Google Shape;2004;p40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05" name="Google Shape;2005;p40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06" name="Google Shape;2006;p40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07" name="Google Shape;2007;p40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08" name="Google Shape;2008;p40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09" name="Google Shape;2009;p40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10" name="Google Shape;2010;p40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11" name="Google Shape;2011;p40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12" name="Google Shape;2012;p40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13" name="Google Shape;2013;p40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14" name="Google Shape;2014;p40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15" name="Google Shape;2015;p40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16" name="Google Shape;2016;p40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17" name="Google Shape;2017;p40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18" name="Google Shape;2018;p40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19" name="Google Shape;2019;p40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20" name="Google Shape;2020;p40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21" name="Google Shape;2021;p40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22" name="Google Shape;2022;p40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23" name="Google Shape;2023;p40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24" name="Google Shape;2024;p40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25" name="Google Shape;2025;p40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26" name="Google Shape;2026;p40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27" name="Google Shape;2027;p40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28" name="Google Shape;2028;p40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29" name="Google Shape;2029;p40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30" name="Google Shape;2030;p40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31" name="Google Shape;2031;p40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32" name="Google Shape;2032;p40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33" name="Google Shape;2033;p40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34" name="Google Shape;2034;p40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35" name="Google Shape;2035;p40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36" name="Google Shape;2036;p40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37" name="Google Shape;2037;p40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38" name="Google Shape;2038;p40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39" name="Google Shape;2039;p40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40" name="Google Shape;2040;p40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41" name="Google Shape;2041;p40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42" name="Google Shape;2042;p40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43" name="Google Shape;2043;p40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44" name="Google Shape;2044;p40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45" name="Google Shape;2045;p40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46" name="Google Shape;2046;p40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47" name="Google Shape;2047;p40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48" name="Google Shape;2048;p40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49" name="Google Shape;2049;p40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50" name="Google Shape;2050;p40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51" name="Google Shape;2051;p40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52" name="Google Shape;2052;p40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53" name="Google Shape;2053;p40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54" name="Google Shape;2054;p40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55" name="Google Shape;2055;p40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56" name="Google Shape;2056;p40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57" name="Google Shape;2057;p40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58" name="Google Shape;2058;p40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59" name="Google Shape;2059;p40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60" name="Google Shape;2060;p40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61" name="Google Shape;2061;p40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62" name="Google Shape;2062;p40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63" name="Google Shape;2063;p40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64" name="Google Shape;2064;p40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65" name="Google Shape;2065;p40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 Slide_2">
  <p:cSld name="Image Only Slide_2">
    <p:spTree>
      <p:nvGrpSpPr>
        <p:cNvPr id="1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41"/>
          <p:cNvSpPr>
            <a:spLocks noGrp="1"/>
          </p:cNvSpPr>
          <p:nvPr>
            <p:ph type="pic" idx="2"/>
          </p:nvPr>
        </p:nvSpPr>
        <p:spPr>
          <a:xfrm>
            <a:off x="0" y="0"/>
            <a:ext cx="12027300" cy="6861300"/>
          </a:xfrm>
          <a:prstGeom prst="rect">
            <a:avLst/>
          </a:prstGeom>
          <a:noFill/>
          <a:ln>
            <a:noFill/>
          </a:ln>
        </p:spPr>
      </p:sp>
      <p:sp>
        <p:nvSpPr>
          <p:cNvPr id="2068" name="Google Shape;2068;p41"/>
          <p:cNvSpPr/>
          <p:nvPr/>
        </p:nvSpPr>
        <p:spPr>
          <a:xfrm>
            <a:off x="12026796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2069" name="Google Shape;2069;p41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2070" name="Google Shape;2070;p41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71" name="Google Shape;2071;p41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72" name="Google Shape;2072;p41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73" name="Google Shape;2073;p41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74" name="Google Shape;2074;p41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75" name="Google Shape;2075;p41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76" name="Google Shape;2076;p41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77" name="Google Shape;2077;p41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78" name="Google Shape;2078;p41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79" name="Google Shape;2079;p41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80" name="Google Shape;2080;p41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81" name="Google Shape;2081;p41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82" name="Google Shape;2082;p41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83" name="Google Shape;2083;p41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84" name="Google Shape;2084;p41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85" name="Google Shape;2085;p41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86" name="Google Shape;2086;p41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87" name="Google Shape;2087;p41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88" name="Google Shape;2088;p41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89" name="Google Shape;2089;p41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90" name="Google Shape;2090;p41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91" name="Google Shape;2091;p41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92" name="Google Shape;2092;p41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93" name="Google Shape;2093;p41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94" name="Google Shape;2094;p41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95" name="Google Shape;2095;p41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96" name="Google Shape;2096;p41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97" name="Google Shape;2097;p41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98" name="Google Shape;2098;p41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099" name="Google Shape;2099;p41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00" name="Google Shape;2100;p41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01" name="Google Shape;2101;p41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02" name="Google Shape;2102;p41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03" name="Google Shape;2103;p41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04" name="Google Shape;2104;p41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05" name="Google Shape;2105;p41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06" name="Google Shape;2106;p41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07" name="Google Shape;2107;p41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08" name="Google Shape;2108;p41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09" name="Google Shape;2109;p41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10" name="Google Shape;2110;p41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11" name="Google Shape;2111;p41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12" name="Google Shape;2112;p41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13" name="Google Shape;2113;p41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14" name="Google Shape;2114;p41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15" name="Google Shape;2115;p41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16" name="Google Shape;2116;p41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17" name="Google Shape;2117;p41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18" name="Google Shape;2118;p41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19" name="Google Shape;2119;p41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20" name="Google Shape;2120;p41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21" name="Google Shape;2121;p41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22" name="Google Shape;2122;p41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23" name="Google Shape;2123;p41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24" name="Google Shape;2124;p41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25" name="Google Shape;2125;p41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26" name="Google Shape;2126;p41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27" name="Google Shape;2127;p41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28" name="Google Shape;2128;p41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29" name="Google Shape;2129;p41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30" name="Google Shape;2130;p41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31" name="Google Shape;2131;p41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32" name="Google Shape;2132;p41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33" name="Google Shape;2133;p41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 Slide_3">
  <p:cSld name="Image Only Slide_3"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42"/>
          <p:cNvSpPr>
            <a:spLocks noGrp="1"/>
          </p:cNvSpPr>
          <p:nvPr>
            <p:ph type="pic" idx="2"/>
          </p:nvPr>
        </p:nvSpPr>
        <p:spPr>
          <a:xfrm>
            <a:off x="3738167" y="0"/>
            <a:ext cx="8288700" cy="6861300"/>
          </a:xfrm>
          <a:prstGeom prst="rect">
            <a:avLst/>
          </a:prstGeom>
          <a:noFill/>
          <a:ln>
            <a:noFill/>
          </a:ln>
        </p:spPr>
      </p:sp>
      <p:sp>
        <p:nvSpPr>
          <p:cNvPr id="2136" name="Google Shape;2136;p42"/>
          <p:cNvSpPr/>
          <p:nvPr/>
        </p:nvSpPr>
        <p:spPr>
          <a:xfrm>
            <a:off x="0" y="146"/>
            <a:ext cx="3739078" cy="6855985"/>
          </a:xfrm>
          <a:custGeom>
            <a:avLst/>
            <a:gdLst/>
            <a:ahLst/>
            <a:cxnLst/>
            <a:rect l="l" t="t" r="r" b="b"/>
            <a:pathLst>
              <a:path w="4778375" h="9424035" extrusionOk="0">
                <a:moveTo>
                  <a:pt x="0" y="9423796"/>
                </a:moveTo>
                <a:lnTo>
                  <a:pt x="4778032" y="9423796"/>
                </a:lnTo>
                <a:lnTo>
                  <a:pt x="4778032" y="0"/>
                </a:lnTo>
                <a:lnTo>
                  <a:pt x="0" y="0"/>
                </a:lnTo>
                <a:lnTo>
                  <a:pt x="0" y="942379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137" name="Google Shape;2137;p42"/>
          <p:cNvSpPr/>
          <p:nvPr/>
        </p:nvSpPr>
        <p:spPr>
          <a:xfrm>
            <a:off x="0" y="5714744"/>
            <a:ext cx="3739078" cy="1145329"/>
          </a:xfrm>
          <a:custGeom>
            <a:avLst/>
            <a:gdLst/>
            <a:ahLst/>
            <a:cxnLst/>
            <a:rect l="l" t="t" r="r" b="b"/>
            <a:pathLst>
              <a:path w="4778375" h="1885315" extrusionOk="0">
                <a:moveTo>
                  <a:pt x="4778032" y="0"/>
                </a:moveTo>
                <a:lnTo>
                  <a:pt x="0" y="0"/>
                </a:lnTo>
                <a:lnTo>
                  <a:pt x="0" y="1884759"/>
                </a:lnTo>
                <a:lnTo>
                  <a:pt x="4778032" y="1884759"/>
                </a:lnTo>
                <a:lnTo>
                  <a:pt x="477803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138" name="Google Shape;2138;p42"/>
          <p:cNvSpPr/>
          <p:nvPr/>
        </p:nvSpPr>
        <p:spPr>
          <a:xfrm>
            <a:off x="12026795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2139" name="Google Shape;2139;p42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2140" name="Google Shape;2140;p42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41" name="Google Shape;2141;p42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42" name="Google Shape;2142;p42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43" name="Google Shape;2143;p42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44" name="Google Shape;2144;p42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45" name="Google Shape;2145;p42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46" name="Google Shape;2146;p42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47" name="Google Shape;2147;p42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48" name="Google Shape;2148;p42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49" name="Google Shape;2149;p42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50" name="Google Shape;2150;p42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51" name="Google Shape;2151;p42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52" name="Google Shape;2152;p42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53" name="Google Shape;2153;p42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54" name="Google Shape;2154;p42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55" name="Google Shape;2155;p42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56" name="Google Shape;2156;p42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57" name="Google Shape;2157;p42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58" name="Google Shape;2158;p42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59" name="Google Shape;2159;p42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60" name="Google Shape;2160;p42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61" name="Google Shape;2161;p42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62" name="Google Shape;2162;p42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63" name="Google Shape;2163;p42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64" name="Google Shape;2164;p42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65" name="Google Shape;2165;p42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66" name="Google Shape;2166;p42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67" name="Google Shape;2167;p42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68" name="Google Shape;2168;p42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69" name="Google Shape;2169;p42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70" name="Google Shape;2170;p42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71" name="Google Shape;2171;p42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72" name="Google Shape;2172;p42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73" name="Google Shape;2173;p42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74" name="Google Shape;2174;p42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75" name="Google Shape;2175;p42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76" name="Google Shape;2176;p42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77" name="Google Shape;2177;p42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78" name="Google Shape;2178;p42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79" name="Google Shape;2179;p42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80" name="Google Shape;2180;p42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81" name="Google Shape;2181;p42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82" name="Google Shape;2182;p42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83" name="Google Shape;2183;p42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84" name="Google Shape;2184;p42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85" name="Google Shape;2185;p42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86" name="Google Shape;2186;p42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87" name="Google Shape;2187;p42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88" name="Google Shape;2188;p42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89" name="Google Shape;2189;p42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90" name="Google Shape;2190;p42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91" name="Google Shape;2191;p42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92" name="Google Shape;2192;p42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93" name="Google Shape;2193;p42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94" name="Google Shape;2194;p42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95" name="Google Shape;2195;p42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96" name="Google Shape;2196;p42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97" name="Google Shape;2197;p42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98" name="Google Shape;2198;p42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199" name="Google Shape;2199;p42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00" name="Google Shape;2200;p42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01" name="Google Shape;2201;p42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02" name="Google Shape;2202;p42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03" name="Google Shape;2203;p42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ple Image Slide">
  <p:cSld name="Multiple Image Slide"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3"/>
          <p:cNvSpPr/>
          <p:nvPr/>
        </p:nvSpPr>
        <p:spPr>
          <a:xfrm>
            <a:off x="12026796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32" y="0"/>
                </a:moveTo>
                <a:lnTo>
                  <a:pt x="0" y="0"/>
                </a:lnTo>
                <a:lnTo>
                  <a:pt x="0" y="11308556"/>
                </a:lnTo>
                <a:lnTo>
                  <a:pt x="272232" y="11308556"/>
                </a:lnTo>
                <a:lnTo>
                  <a:pt x="2722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206" name="Google Shape;2206;p43"/>
          <p:cNvSpPr>
            <a:spLocks noGrp="1"/>
          </p:cNvSpPr>
          <p:nvPr>
            <p:ph type="pic" idx="2"/>
          </p:nvPr>
        </p:nvSpPr>
        <p:spPr>
          <a:xfrm>
            <a:off x="583877" y="1642633"/>
            <a:ext cx="2915400" cy="267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07" name="Google Shape;2207;p43"/>
          <p:cNvSpPr>
            <a:spLocks noGrp="1"/>
          </p:cNvSpPr>
          <p:nvPr>
            <p:ph type="pic" idx="3"/>
          </p:nvPr>
        </p:nvSpPr>
        <p:spPr>
          <a:xfrm>
            <a:off x="4432404" y="1642633"/>
            <a:ext cx="2915400" cy="2670000"/>
          </a:xfrm>
          <a:prstGeom prst="rect">
            <a:avLst/>
          </a:prstGeom>
          <a:noFill/>
          <a:ln>
            <a:noFill/>
          </a:ln>
        </p:spPr>
      </p:sp>
      <p:sp>
        <p:nvSpPr>
          <p:cNvPr id="2208" name="Google Shape;2208;p43"/>
          <p:cNvSpPr>
            <a:spLocks noGrp="1"/>
          </p:cNvSpPr>
          <p:nvPr>
            <p:ph type="pic" idx="4"/>
          </p:nvPr>
        </p:nvSpPr>
        <p:spPr>
          <a:xfrm>
            <a:off x="8249648" y="1642633"/>
            <a:ext cx="2915400" cy="2670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209" name="Google Shape;2209;p43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2210" name="Google Shape;2210;p43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12" name="Google Shape;2212;p43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13" name="Google Shape;2213;p43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15" name="Google Shape;2215;p43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20" name="Google Shape;2220;p43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21" name="Google Shape;2221;p43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26" name="Google Shape;2226;p43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27" name="Google Shape;2227;p43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28" name="Google Shape;2228;p43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30" name="Google Shape;2230;p43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31" name="Google Shape;2231;p43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32" name="Google Shape;2232;p43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33" name="Google Shape;2233;p43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38" name="Google Shape;2238;p43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39" name="Google Shape;2239;p43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40" name="Google Shape;2240;p43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41" name="Google Shape;2241;p43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42" name="Google Shape;2242;p43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43" name="Google Shape;2243;p43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44" name="Google Shape;2244;p43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45" name="Google Shape;2245;p43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46" name="Google Shape;2246;p43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47" name="Google Shape;2247;p43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48" name="Google Shape;2248;p43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49" name="Google Shape;2249;p43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50" name="Google Shape;2250;p43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51" name="Google Shape;2251;p43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52" name="Google Shape;2252;p43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53" name="Google Shape;2253;p43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54" name="Google Shape;2254;p43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55" name="Google Shape;2255;p43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56" name="Google Shape;2256;p43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57" name="Google Shape;2257;p43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58" name="Google Shape;2258;p43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59" name="Google Shape;2259;p43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60" name="Google Shape;2260;p43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61" name="Google Shape;2261;p43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62" name="Google Shape;2262;p43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63" name="Google Shape;2263;p43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64" name="Google Shape;2264;p43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65" name="Google Shape;2265;p43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66" name="Google Shape;2266;p43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67" name="Google Shape;2267;p43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68" name="Google Shape;2268;p43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69" name="Google Shape;2269;p43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70" name="Google Shape;2270;p43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71" name="Google Shape;2271;p43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72" name="Google Shape;2272;p43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273" name="Google Shape;2273;p43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s and Tables">
  <p:cSld name="Charts and Tables"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5" name="Google Shape;2275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53245" y="571798"/>
            <a:ext cx="2295491" cy="56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276" name="Google Shape;2276;p44"/>
          <p:cNvSpPr/>
          <p:nvPr/>
        </p:nvSpPr>
        <p:spPr>
          <a:xfrm>
            <a:off x="0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277" name="Google Shape;2277;p44"/>
          <p:cNvSpPr txBox="1">
            <a:spLocks noGrp="1"/>
          </p:cNvSpPr>
          <p:nvPr>
            <p:ph type="title"/>
          </p:nvPr>
        </p:nvSpPr>
        <p:spPr>
          <a:xfrm>
            <a:off x="520159" y="627293"/>
            <a:ext cx="83022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2278" name="Google Shape;2278;p44"/>
          <p:cNvSpPr txBox="1">
            <a:spLocks noGrp="1"/>
          </p:cNvSpPr>
          <p:nvPr>
            <p:ph type="body" idx="1"/>
          </p:nvPr>
        </p:nvSpPr>
        <p:spPr>
          <a:xfrm>
            <a:off x="520160" y="1699535"/>
            <a:ext cx="11028900" cy="45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cons Slide">
  <p:cSld name="Icons Slide">
    <p:spTree>
      <p:nvGrpSpPr>
        <p:cNvPr id="1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0" name="Google Shape;2280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53245" y="571798"/>
            <a:ext cx="2295491" cy="56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281" name="Google Shape;2281;p45"/>
          <p:cNvSpPr/>
          <p:nvPr/>
        </p:nvSpPr>
        <p:spPr>
          <a:xfrm>
            <a:off x="0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282" name="Google Shape;2282;p45"/>
          <p:cNvSpPr>
            <a:spLocks noGrp="1"/>
          </p:cNvSpPr>
          <p:nvPr>
            <p:ph type="pic" idx="2"/>
          </p:nvPr>
        </p:nvSpPr>
        <p:spPr>
          <a:xfrm flipH="1">
            <a:off x="1059802" y="1786251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83" name="Google Shape;2283;p45"/>
          <p:cNvSpPr>
            <a:spLocks noGrp="1"/>
          </p:cNvSpPr>
          <p:nvPr>
            <p:ph type="pic" idx="3"/>
          </p:nvPr>
        </p:nvSpPr>
        <p:spPr>
          <a:xfrm flipH="1">
            <a:off x="4756098" y="1749803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84" name="Google Shape;2284;p45"/>
          <p:cNvSpPr>
            <a:spLocks noGrp="1"/>
          </p:cNvSpPr>
          <p:nvPr>
            <p:ph type="pic" idx="4"/>
          </p:nvPr>
        </p:nvSpPr>
        <p:spPr>
          <a:xfrm flipH="1">
            <a:off x="8452394" y="1740447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85" name="Google Shape;2285;p45"/>
          <p:cNvSpPr txBox="1">
            <a:spLocks noGrp="1"/>
          </p:cNvSpPr>
          <p:nvPr>
            <p:ph type="title"/>
          </p:nvPr>
        </p:nvSpPr>
        <p:spPr>
          <a:xfrm>
            <a:off x="520159" y="627293"/>
            <a:ext cx="82098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2286" name="Google Shape;2286;p45"/>
          <p:cNvSpPr>
            <a:spLocks noGrp="1"/>
          </p:cNvSpPr>
          <p:nvPr>
            <p:ph type="pic" idx="5"/>
          </p:nvPr>
        </p:nvSpPr>
        <p:spPr>
          <a:xfrm flipH="1">
            <a:off x="6604246" y="1749803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87" name="Google Shape;2287;p45"/>
          <p:cNvSpPr>
            <a:spLocks noGrp="1"/>
          </p:cNvSpPr>
          <p:nvPr>
            <p:ph type="pic" idx="6"/>
          </p:nvPr>
        </p:nvSpPr>
        <p:spPr>
          <a:xfrm flipH="1">
            <a:off x="10300541" y="1749803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88" name="Google Shape;2288;p45"/>
          <p:cNvSpPr>
            <a:spLocks noGrp="1"/>
          </p:cNvSpPr>
          <p:nvPr>
            <p:ph type="pic" idx="7"/>
          </p:nvPr>
        </p:nvSpPr>
        <p:spPr>
          <a:xfrm flipH="1">
            <a:off x="2907950" y="1749803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89" name="Google Shape;2289;p45"/>
          <p:cNvSpPr>
            <a:spLocks noGrp="1"/>
          </p:cNvSpPr>
          <p:nvPr>
            <p:ph type="pic" idx="8"/>
          </p:nvPr>
        </p:nvSpPr>
        <p:spPr>
          <a:xfrm flipH="1">
            <a:off x="1059802" y="3467349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0" name="Google Shape;2290;p45"/>
          <p:cNvSpPr>
            <a:spLocks noGrp="1"/>
          </p:cNvSpPr>
          <p:nvPr>
            <p:ph type="pic" idx="9"/>
          </p:nvPr>
        </p:nvSpPr>
        <p:spPr>
          <a:xfrm flipH="1">
            <a:off x="4756098" y="3467349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1" name="Google Shape;2291;p45"/>
          <p:cNvSpPr>
            <a:spLocks noGrp="1"/>
          </p:cNvSpPr>
          <p:nvPr>
            <p:ph type="pic" idx="13"/>
          </p:nvPr>
        </p:nvSpPr>
        <p:spPr>
          <a:xfrm flipH="1">
            <a:off x="8452394" y="3467349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2" name="Google Shape;2292;p45"/>
          <p:cNvSpPr>
            <a:spLocks noGrp="1"/>
          </p:cNvSpPr>
          <p:nvPr>
            <p:ph type="pic" idx="14"/>
          </p:nvPr>
        </p:nvSpPr>
        <p:spPr>
          <a:xfrm flipH="1">
            <a:off x="6604246" y="3467349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3" name="Google Shape;2293;p45"/>
          <p:cNvSpPr>
            <a:spLocks noGrp="1"/>
          </p:cNvSpPr>
          <p:nvPr>
            <p:ph type="pic" idx="15"/>
          </p:nvPr>
        </p:nvSpPr>
        <p:spPr>
          <a:xfrm flipH="1">
            <a:off x="10300541" y="3467349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4" name="Google Shape;2294;p45"/>
          <p:cNvSpPr>
            <a:spLocks noGrp="1"/>
          </p:cNvSpPr>
          <p:nvPr>
            <p:ph type="pic" idx="16"/>
          </p:nvPr>
        </p:nvSpPr>
        <p:spPr>
          <a:xfrm flipH="1">
            <a:off x="2907950" y="3467349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5" name="Google Shape;2295;p45"/>
          <p:cNvSpPr>
            <a:spLocks noGrp="1"/>
          </p:cNvSpPr>
          <p:nvPr>
            <p:ph type="pic" idx="17"/>
          </p:nvPr>
        </p:nvSpPr>
        <p:spPr>
          <a:xfrm flipH="1">
            <a:off x="1059802" y="5221342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6" name="Google Shape;2296;p45"/>
          <p:cNvSpPr>
            <a:spLocks noGrp="1"/>
          </p:cNvSpPr>
          <p:nvPr>
            <p:ph type="pic" idx="18"/>
          </p:nvPr>
        </p:nvSpPr>
        <p:spPr>
          <a:xfrm flipH="1">
            <a:off x="4756098" y="5184894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7" name="Google Shape;2297;p45"/>
          <p:cNvSpPr>
            <a:spLocks noGrp="1"/>
          </p:cNvSpPr>
          <p:nvPr>
            <p:ph type="pic" idx="19"/>
          </p:nvPr>
        </p:nvSpPr>
        <p:spPr>
          <a:xfrm flipH="1">
            <a:off x="8452394" y="5175538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8" name="Google Shape;2298;p45"/>
          <p:cNvSpPr>
            <a:spLocks noGrp="1"/>
          </p:cNvSpPr>
          <p:nvPr>
            <p:ph type="pic" idx="20"/>
          </p:nvPr>
        </p:nvSpPr>
        <p:spPr>
          <a:xfrm flipH="1">
            <a:off x="6604246" y="5184894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9" name="Google Shape;2299;p45"/>
          <p:cNvSpPr>
            <a:spLocks noGrp="1"/>
          </p:cNvSpPr>
          <p:nvPr>
            <p:ph type="pic" idx="21"/>
          </p:nvPr>
        </p:nvSpPr>
        <p:spPr>
          <a:xfrm flipH="1">
            <a:off x="10300541" y="5184894"/>
            <a:ext cx="947400" cy="947400"/>
          </a:xfrm>
          <a:prstGeom prst="rect">
            <a:avLst/>
          </a:prstGeom>
          <a:noFill/>
          <a:ln>
            <a:noFill/>
          </a:ln>
        </p:spPr>
      </p:sp>
      <p:sp>
        <p:nvSpPr>
          <p:cNvPr id="2300" name="Google Shape;2300;p45"/>
          <p:cNvSpPr>
            <a:spLocks noGrp="1"/>
          </p:cNvSpPr>
          <p:nvPr>
            <p:ph type="pic" idx="22"/>
          </p:nvPr>
        </p:nvSpPr>
        <p:spPr>
          <a:xfrm flipH="1">
            <a:off x="2907950" y="5184894"/>
            <a:ext cx="947400" cy="94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nership Slide_1">
  <p:cSld name="Partnership Slide_1">
    <p:spTree>
      <p:nvGrpSpPr>
        <p:cNvPr id="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46"/>
          <p:cNvSpPr txBox="1">
            <a:spLocks noGrp="1"/>
          </p:cNvSpPr>
          <p:nvPr>
            <p:ph type="title"/>
          </p:nvPr>
        </p:nvSpPr>
        <p:spPr>
          <a:xfrm>
            <a:off x="520159" y="1732256"/>
            <a:ext cx="92265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2303" name="Google Shape;2303;p46"/>
          <p:cNvSpPr txBox="1">
            <a:spLocks noGrp="1"/>
          </p:cNvSpPr>
          <p:nvPr>
            <p:ph type="body" idx="1"/>
          </p:nvPr>
        </p:nvSpPr>
        <p:spPr>
          <a:xfrm>
            <a:off x="566062" y="2855290"/>
            <a:ext cx="109803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700" b="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500" b="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200" b="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2304" name="Google Shape;2304;p46"/>
          <p:cNvGrpSpPr/>
          <p:nvPr/>
        </p:nvGrpSpPr>
        <p:grpSpPr>
          <a:xfrm>
            <a:off x="571616" y="577891"/>
            <a:ext cx="4833515" cy="562935"/>
            <a:chOff x="5334025" y="5104384"/>
            <a:chExt cx="9434931" cy="1102714"/>
          </a:xfrm>
        </p:grpSpPr>
        <p:grpSp>
          <p:nvGrpSpPr>
            <p:cNvPr id="2305" name="Google Shape;2305;p46"/>
            <p:cNvGrpSpPr/>
            <p:nvPr/>
          </p:nvGrpSpPr>
          <p:grpSpPr>
            <a:xfrm>
              <a:off x="5334025" y="5104384"/>
              <a:ext cx="2492780" cy="1102714"/>
              <a:chOff x="5334025" y="5104384"/>
              <a:chExt cx="2492780" cy="1102714"/>
            </a:xfrm>
          </p:grpSpPr>
          <p:sp>
            <p:nvSpPr>
              <p:cNvPr id="2306" name="Google Shape;2306;p46"/>
              <p:cNvSpPr/>
              <p:nvPr/>
            </p:nvSpPr>
            <p:spPr>
              <a:xfrm>
                <a:off x="6854059" y="5240432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07" name="Google Shape;2307;p46"/>
              <p:cNvSpPr/>
              <p:nvPr/>
            </p:nvSpPr>
            <p:spPr>
              <a:xfrm>
                <a:off x="6964512" y="5240432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308" name="Google Shape;2308;p46"/>
              <p:cNvGrpSpPr/>
              <p:nvPr/>
            </p:nvGrpSpPr>
            <p:grpSpPr>
              <a:xfrm>
                <a:off x="7078488" y="5238718"/>
                <a:ext cx="335071" cy="114394"/>
                <a:chOff x="7078488" y="5238718"/>
                <a:chExt cx="335071" cy="114394"/>
              </a:xfrm>
            </p:grpSpPr>
            <p:sp>
              <p:nvSpPr>
                <p:cNvPr id="2309" name="Google Shape;2309;p46"/>
                <p:cNvSpPr/>
                <p:nvPr/>
              </p:nvSpPr>
              <p:spPr>
                <a:xfrm>
                  <a:off x="7078488" y="5238813"/>
                  <a:ext cx="72175" cy="1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75" h="114204" extrusionOk="0">
                      <a:moveTo>
                        <a:pt x="35135" y="114109"/>
                      </a:moveTo>
                      <a:cubicBezTo>
                        <a:pt x="28089" y="114109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6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1"/>
                        <a:pt x="53322" y="1810"/>
                      </a:cubicBezTo>
                      <a:cubicBezTo>
                        <a:pt x="57892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240"/>
                        <a:pt x="47514" y="10001"/>
                      </a:cubicBezTo>
                      <a:cubicBezTo>
                        <a:pt x="44657" y="8763"/>
                        <a:pt x="41325" y="8191"/>
                        <a:pt x="37611" y="8191"/>
                      </a:cubicBezTo>
                      <a:cubicBezTo>
                        <a:pt x="32755" y="8191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3"/>
                        <a:pt x="20853" y="25336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5" y="57721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8"/>
                        <a:pt x="71033" y="91726"/>
                        <a:pt x="68843" y="95726"/>
                      </a:cubicBezTo>
                      <a:cubicBezTo>
                        <a:pt x="66557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10" name="Google Shape;2310;p46"/>
                <p:cNvSpPr/>
                <p:nvPr/>
              </p:nvSpPr>
              <p:spPr>
                <a:xfrm>
                  <a:off x="7177895" y="5238718"/>
                  <a:ext cx="95789" cy="1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89" h="114204" extrusionOk="0">
                      <a:moveTo>
                        <a:pt x="56179" y="114205"/>
                      </a:moveTo>
                      <a:cubicBezTo>
                        <a:pt x="44657" y="114205"/>
                        <a:pt x="34659" y="111824"/>
                        <a:pt x="26280" y="107156"/>
                      </a:cubicBezTo>
                      <a:cubicBezTo>
                        <a:pt x="17901" y="102489"/>
                        <a:pt x="11426" y="96012"/>
                        <a:pt x="6856" y="87820"/>
                      </a:cubicBezTo>
                      <a:cubicBezTo>
                        <a:pt x="2285" y="79629"/>
                        <a:pt x="0" y="70390"/>
                        <a:pt x="0" y="59912"/>
                      </a:cubicBezTo>
                      <a:cubicBezTo>
                        <a:pt x="0" y="51816"/>
                        <a:pt x="1524" y="44196"/>
                        <a:pt x="4666" y="37052"/>
                      </a:cubicBezTo>
                      <a:cubicBezTo>
                        <a:pt x="7808" y="29908"/>
                        <a:pt x="12093" y="23527"/>
                        <a:pt x="17520" y="17907"/>
                      </a:cubicBezTo>
                      <a:cubicBezTo>
                        <a:pt x="22948" y="12287"/>
                        <a:pt x="29137" y="7906"/>
                        <a:pt x="36183" y="4763"/>
                      </a:cubicBezTo>
                      <a:cubicBezTo>
                        <a:pt x="43229" y="1524"/>
                        <a:pt x="50751" y="0"/>
                        <a:pt x="58654" y="0"/>
                      </a:cubicBezTo>
                      <a:cubicBezTo>
                        <a:pt x="64367" y="0"/>
                        <a:pt x="69128" y="381"/>
                        <a:pt x="73032" y="1048"/>
                      </a:cubicBezTo>
                      <a:cubicBezTo>
                        <a:pt x="76936" y="1810"/>
                        <a:pt x="80459" y="2762"/>
                        <a:pt x="83506" y="3905"/>
                      </a:cubicBezTo>
                      <a:cubicBezTo>
                        <a:pt x="86553" y="5048"/>
                        <a:pt x="89695" y="6477"/>
                        <a:pt x="92838" y="8001"/>
                      </a:cubicBezTo>
                      <a:lnTo>
                        <a:pt x="93885" y="37909"/>
                      </a:lnTo>
                      <a:lnTo>
                        <a:pt x="90838" y="37909"/>
                      </a:lnTo>
                      <a:lnTo>
                        <a:pt x="79221" y="16097"/>
                      </a:lnTo>
                      <a:cubicBezTo>
                        <a:pt x="75413" y="13430"/>
                        <a:pt x="71985" y="11430"/>
                        <a:pt x="68938" y="10192"/>
                      </a:cubicBezTo>
                      <a:cubicBezTo>
                        <a:pt x="65891" y="8954"/>
                        <a:pt x="62368" y="8382"/>
                        <a:pt x="58654" y="8382"/>
                      </a:cubicBezTo>
                      <a:cubicBezTo>
                        <a:pt x="50942" y="8382"/>
                        <a:pt x="43991" y="10382"/>
                        <a:pt x="37802" y="14383"/>
                      </a:cubicBezTo>
                      <a:cubicBezTo>
                        <a:pt x="31612" y="18383"/>
                        <a:pt x="26852" y="24003"/>
                        <a:pt x="23233" y="31052"/>
                      </a:cubicBezTo>
                      <a:cubicBezTo>
                        <a:pt x="19710" y="38195"/>
                        <a:pt x="17996" y="46387"/>
                        <a:pt x="17996" y="55626"/>
                      </a:cubicBezTo>
                      <a:cubicBezTo>
                        <a:pt x="17996" y="66008"/>
                        <a:pt x="19710" y="74962"/>
                        <a:pt x="23138" y="82391"/>
                      </a:cubicBezTo>
                      <a:cubicBezTo>
                        <a:pt x="26566" y="89821"/>
                        <a:pt x="31136" y="95536"/>
                        <a:pt x="37040" y="99441"/>
                      </a:cubicBezTo>
                      <a:cubicBezTo>
                        <a:pt x="42848" y="103346"/>
                        <a:pt x="49323" y="105346"/>
                        <a:pt x="56369" y="105346"/>
                      </a:cubicBezTo>
                      <a:cubicBezTo>
                        <a:pt x="62177" y="105346"/>
                        <a:pt x="67034" y="104584"/>
                        <a:pt x="71033" y="102965"/>
                      </a:cubicBezTo>
                      <a:cubicBezTo>
                        <a:pt x="75032" y="101346"/>
                        <a:pt x="78555" y="99536"/>
                        <a:pt x="81697" y="97441"/>
                      </a:cubicBezTo>
                      <a:lnTo>
                        <a:pt x="92933" y="78677"/>
                      </a:lnTo>
                      <a:lnTo>
                        <a:pt x="95789" y="78677"/>
                      </a:lnTo>
                      <a:lnTo>
                        <a:pt x="93790" y="105728"/>
                      </a:lnTo>
                      <a:cubicBezTo>
                        <a:pt x="88838" y="108204"/>
                        <a:pt x="83601" y="110204"/>
                        <a:pt x="77984" y="111728"/>
                      </a:cubicBezTo>
                      <a:cubicBezTo>
                        <a:pt x="72366" y="113348"/>
                        <a:pt x="65129" y="114109"/>
                        <a:pt x="56179" y="114109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11" name="Google Shape;2311;p46"/>
                <p:cNvSpPr/>
                <p:nvPr/>
              </p:nvSpPr>
              <p:spPr>
                <a:xfrm>
                  <a:off x="7300631" y="5239003"/>
                  <a:ext cx="112928" cy="114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28" h="114109" extrusionOk="0">
                      <a:moveTo>
                        <a:pt x="59607" y="105537"/>
                      </a:moveTo>
                      <a:cubicBezTo>
                        <a:pt x="66462" y="105537"/>
                        <a:pt x="72461" y="103727"/>
                        <a:pt x="77603" y="100203"/>
                      </a:cubicBezTo>
                      <a:cubicBezTo>
                        <a:pt x="82744" y="96584"/>
                        <a:pt x="86744" y="91631"/>
                        <a:pt x="89695" y="85058"/>
                      </a:cubicBezTo>
                      <a:cubicBezTo>
                        <a:pt x="92552" y="78581"/>
                        <a:pt x="94075" y="70866"/>
                        <a:pt x="94075" y="62008"/>
                      </a:cubicBezTo>
                      <a:cubicBezTo>
                        <a:pt x="94075" y="51149"/>
                        <a:pt x="92266" y="41624"/>
                        <a:pt x="88743" y="33528"/>
                      </a:cubicBezTo>
                      <a:cubicBezTo>
                        <a:pt x="85220" y="25432"/>
                        <a:pt x="80269" y="19145"/>
                        <a:pt x="74175" y="14669"/>
                      </a:cubicBezTo>
                      <a:cubicBezTo>
                        <a:pt x="67986" y="10192"/>
                        <a:pt x="61225" y="8001"/>
                        <a:pt x="53703" y="8001"/>
                      </a:cubicBezTo>
                      <a:cubicBezTo>
                        <a:pt x="46847" y="8001"/>
                        <a:pt x="40849" y="9716"/>
                        <a:pt x="35612" y="13335"/>
                      </a:cubicBezTo>
                      <a:cubicBezTo>
                        <a:pt x="30375" y="16859"/>
                        <a:pt x="26280" y="21908"/>
                        <a:pt x="23233" y="28385"/>
                      </a:cubicBezTo>
                      <a:cubicBezTo>
                        <a:pt x="20281" y="34862"/>
                        <a:pt x="18758" y="42577"/>
                        <a:pt x="18758" y="51435"/>
                      </a:cubicBezTo>
                      <a:cubicBezTo>
                        <a:pt x="18758" y="62294"/>
                        <a:pt x="20567" y="71819"/>
                        <a:pt x="24185" y="80010"/>
                      </a:cubicBezTo>
                      <a:cubicBezTo>
                        <a:pt x="27804" y="88202"/>
                        <a:pt x="32755" y="94488"/>
                        <a:pt x="38944" y="98965"/>
                      </a:cubicBezTo>
                      <a:cubicBezTo>
                        <a:pt x="45133" y="103442"/>
                        <a:pt x="52084" y="105727"/>
                        <a:pt x="59702" y="105727"/>
                      </a:cubicBezTo>
                      <a:moveTo>
                        <a:pt x="56369" y="114110"/>
                      </a:moveTo>
                      <a:cubicBezTo>
                        <a:pt x="48276" y="114110"/>
                        <a:pt x="40849" y="112681"/>
                        <a:pt x="33993" y="109823"/>
                      </a:cubicBezTo>
                      <a:cubicBezTo>
                        <a:pt x="27137" y="106966"/>
                        <a:pt x="21138" y="102965"/>
                        <a:pt x="15997" y="97917"/>
                      </a:cubicBezTo>
                      <a:cubicBezTo>
                        <a:pt x="10950" y="92774"/>
                        <a:pt x="6951" y="86773"/>
                        <a:pt x="4190" y="79915"/>
                      </a:cubicBezTo>
                      <a:cubicBezTo>
                        <a:pt x="1428" y="72962"/>
                        <a:pt x="0" y="65341"/>
                        <a:pt x="0" y="57055"/>
                      </a:cubicBezTo>
                      <a:cubicBezTo>
                        <a:pt x="0" y="48768"/>
                        <a:pt x="1428" y="41148"/>
                        <a:pt x="4190" y="34195"/>
                      </a:cubicBezTo>
                      <a:cubicBezTo>
                        <a:pt x="6951" y="27241"/>
                        <a:pt x="10950" y="21241"/>
                        <a:pt x="15997" y="16192"/>
                      </a:cubicBezTo>
                      <a:cubicBezTo>
                        <a:pt x="21043" y="11144"/>
                        <a:pt x="27042" y="7144"/>
                        <a:pt x="33993" y="4286"/>
                      </a:cubicBezTo>
                      <a:cubicBezTo>
                        <a:pt x="40849" y="1429"/>
                        <a:pt x="48371" y="0"/>
                        <a:pt x="56369" y="0"/>
                      </a:cubicBezTo>
                      <a:cubicBezTo>
                        <a:pt x="64367" y="0"/>
                        <a:pt x="71890" y="1429"/>
                        <a:pt x="78745" y="4286"/>
                      </a:cubicBezTo>
                      <a:cubicBezTo>
                        <a:pt x="85601" y="7144"/>
                        <a:pt x="91600" y="11144"/>
                        <a:pt x="96741" y="16192"/>
                      </a:cubicBezTo>
                      <a:cubicBezTo>
                        <a:pt x="101788" y="21241"/>
                        <a:pt x="105787" y="27337"/>
                        <a:pt x="108644" y="34195"/>
                      </a:cubicBezTo>
                      <a:cubicBezTo>
                        <a:pt x="111500" y="41148"/>
                        <a:pt x="112929" y="48768"/>
                        <a:pt x="112929" y="57055"/>
                      </a:cubicBezTo>
                      <a:cubicBezTo>
                        <a:pt x="112929" y="65341"/>
                        <a:pt x="111500" y="72962"/>
                        <a:pt x="108644" y="79915"/>
                      </a:cubicBezTo>
                      <a:cubicBezTo>
                        <a:pt x="105787" y="86868"/>
                        <a:pt x="101788" y="92869"/>
                        <a:pt x="96741" y="97917"/>
                      </a:cubicBezTo>
                      <a:cubicBezTo>
                        <a:pt x="91600" y="103061"/>
                        <a:pt x="85696" y="106966"/>
                        <a:pt x="78745" y="109823"/>
                      </a:cubicBezTo>
                      <a:cubicBezTo>
                        <a:pt x="71890" y="112681"/>
                        <a:pt x="64367" y="114110"/>
                        <a:pt x="56369" y="11411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312" name="Google Shape;2312;p46"/>
              <p:cNvSpPr/>
              <p:nvPr/>
            </p:nvSpPr>
            <p:spPr>
              <a:xfrm>
                <a:off x="7432603" y="5240432"/>
                <a:ext cx="44847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44847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13" name="Google Shape;2313;p46"/>
              <p:cNvSpPr/>
              <p:nvPr/>
            </p:nvSpPr>
            <p:spPr>
              <a:xfrm>
                <a:off x="7503446" y="5240432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14" name="Google Shape;2314;p46"/>
              <p:cNvSpPr/>
              <p:nvPr/>
            </p:nvSpPr>
            <p:spPr>
              <a:xfrm>
                <a:off x="7632752" y="5251577"/>
                <a:ext cx="92837" cy="89344"/>
              </a:xfrm>
              <a:custGeom>
                <a:avLst/>
                <a:gdLst/>
                <a:ahLst/>
                <a:cxnLst/>
                <a:rect l="l" t="t" r="r" b="b"/>
                <a:pathLst>
                  <a:path w="92837" h="89344" extrusionOk="0">
                    <a:moveTo>
                      <a:pt x="0" y="88678"/>
                    </a:moveTo>
                    <a:lnTo>
                      <a:pt x="0" y="86582"/>
                    </a:lnTo>
                    <a:lnTo>
                      <a:pt x="10950" y="81153"/>
                    </a:lnTo>
                    <a:lnTo>
                      <a:pt x="10950" y="7810"/>
                    </a:lnTo>
                    <a:lnTo>
                      <a:pt x="190" y="2191"/>
                    </a:lnTo>
                    <a:lnTo>
                      <a:pt x="190" y="0"/>
                    </a:lnTo>
                    <a:lnTo>
                      <a:pt x="21234" y="0"/>
                    </a:lnTo>
                    <a:lnTo>
                      <a:pt x="72651" y="63341"/>
                    </a:lnTo>
                    <a:lnTo>
                      <a:pt x="72651" y="7429"/>
                    </a:lnTo>
                    <a:lnTo>
                      <a:pt x="58845" y="2191"/>
                    </a:lnTo>
                    <a:lnTo>
                      <a:pt x="58845" y="0"/>
                    </a:lnTo>
                    <a:lnTo>
                      <a:pt x="92838" y="0"/>
                    </a:lnTo>
                    <a:lnTo>
                      <a:pt x="92838" y="2191"/>
                    </a:lnTo>
                    <a:lnTo>
                      <a:pt x="82078" y="7429"/>
                    </a:lnTo>
                    <a:lnTo>
                      <a:pt x="82078" y="89344"/>
                    </a:lnTo>
                    <a:lnTo>
                      <a:pt x="76270" y="89344"/>
                    </a:lnTo>
                    <a:lnTo>
                      <a:pt x="20281" y="20574"/>
                    </a:lnTo>
                    <a:lnTo>
                      <a:pt x="20281" y="81343"/>
                    </a:lnTo>
                    <a:lnTo>
                      <a:pt x="34183" y="86582"/>
                    </a:lnTo>
                    <a:lnTo>
                      <a:pt x="34183" y="88678"/>
                    </a:lnTo>
                    <a:lnTo>
                      <a:pt x="0" y="886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315" name="Google Shape;2315;p46"/>
              <p:cNvGrpSpPr/>
              <p:nvPr/>
            </p:nvGrpSpPr>
            <p:grpSpPr>
              <a:xfrm>
                <a:off x="6668955" y="5214715"/>
                <a:ext cx="1154327" cy="321468"/>
                <a:chOff x="6668955" y="5214715"/>
                <a:chExt cx="1154327" cy="321468"/>
              </a:xfrm>
            </p:grpSpPr>
            <p:sp>
              <p:nvSpPr>
                <p:cNvPr id="2316" name="Google Shape;2316;p46"/>
                <p:cNvSpPr/>
                <p:nvPr/>
              </p:nvSpPr>
              <p:spPr>
                <a:xfrm>
                  <a:off x="7730159" y="5250624"/>
                  <a:ext cx="93123" cy="88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3" h="88963" extrusionOk="0">
                      <a:moveTo>
                        <a:pt x="26756" y="59817"/>
                      </a:moveTo>
                      <a:cubicBezTo>
                        <a:pt x="26756" y="59817"/>
                        <a:pt x="26756" y="59817"/>
                        <a:pt x="26756" y="59817"/>
                      </a:cubicBezTo>
                      <a:lnTo>
                        <a:pt x="43515" y="18479"/>
                      </a:lnTo>
                      <a:lnTo>
                        <a:pt x="53798" y="43720"/>
                      </a:lnTo>
                      <a:cubicBezTo>
                        <a:pt x="41896" y="47720"/>
                        <a:pt x="33136" y="53721"/>
                        <a:pt x="26756" y="59817"/>
                      </a:cubicBezTo>
                      <a:moveTo>
                        <a:pt x="84078" y="82106"/>
                      </a:moveTo>
                      <a:lnTo>
                        <a:pt x="69224" y="46196"/>
                      </a:lnTo>
                      <a:lnTo>
                        <a:pt x="69224" y="46196"/>
                      </a:lnTo>
                      <a:cubicBezTo>
                        <a:pt x="73127" y="45530"/>
                        <a:pt x="77317" y="45148"/>
                        <a:pt x="81888" y="44958"/>
                      </a:cubicBezTo>
                      <a:lnTo>
                        <a:pt x="79412" y="38862"/>
                      </a:lnTo>
                      <a:cubicBezTo>
                        <a:pt x="74936" y="39148"/>
                        <a:pt x="70747" y="39624"/>
                        <a:pt x="66843" y="40386"/>
                      </a:cubicBezTo>
                      <a:lnTo>
                        <a:pt x="66843" y="40386"/>
                      </a:lnTo>
                      <a:lnTo>
                        <a:pt x="50085" y="0"/>
                      </a:lnTo>
                      <a:lnTo>
                        <a:pt x="42753" y="0"/>
                      </a:lnTo>
                      <a:lnTo>
                        <a:pt x="8379" y="82487"/>
                      </a:lnTo>
                      <a:lnTo>
                        <a:pt x="0" y="86868"/>
                      </a:lnTo>
                      <a:lnTo>
                        <a:pt x="0" y="88964"/>
                      </a:lnTo>
                      <a:lnTo>
                        <a:pt x="28946" y="88964"/>
                      </a:lnTo>
                      <a:lnTo>
                        <a:pt x="28946" y="86868"/>
                      </a:lnTo>
                      <a:lnTo>
                        <a:pt x="17901" y="82391"/>
                      </a:lnTo>
                      <a:cubicBezTo>
                        <a:pt x="19425" y="78391"/>
                        <a:pt x="28661" y="58483"/>
                        <a:pt x="56274" y="49340"/>
                      </a:cubicBezTo>
                      <a:lnTo>
                        <a:pt x="56274" y="49340"/>
                      </a:lnTo>
                      <a:lnTo>
                        <a:pt x="69604" y="82201"/>
                      </a:lnTo>
                      <a:lnTo>
                        <a:pt x="57797" y="86868"/>
                      </a:lnTo>
                      <a:lnTo>
                        <a:pt x="57797" y="88964"/>
                      </a:lnTo>
                      <a:lnTo>
                        <a:pt x="93123" y="88964"/>
                      </a:lnTo>
                      <a:lnTo>
                        <a:pt x="93123" y="86868"/>
                      </a:lnTo>
                      <a:lnTo>
                        <a:pt x="84173" y="82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17" name="Google Shape;2317;p46"/>
                <p:cNvSpPr/>
                <p:nvPr/>
              </p:nvSpPr>
              <p:spPr>
                <a:xfrm>
                  <a:off x="6668955" y="5214715"/>
                  <a:ext cx="154062" cy="160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62" h="160972" extrusionOk="0">
                      <a:moveTo>
                        <a:pt x="81888" y="151067"/>
                      </a:moveTo>
                      <a:cubicBezTo>
                        <a:pt x="92361" y="151067"/>
                        <a:pt x="101502" y="148495"/>
                        <a:pt x="109405" y="143256"/>
                      </a:cubicBezTo>
                      <a:cubicBezTo>
                        <a:pt x="117309" y="138017"/>
                        <a:pt x="123498" y="130683"/>
                        <a:pt x="127878" y="121253"/>
                      </a:cubicBezTo>
                      <a:cubicBezTo>
                        <a:pt x="132258" y="111728"/>
                        <a:pt x="134543" y="100679"/>
                        <a:pt x="134543" y="87821"/>
                      </a:cubicBezTo>
                      <a:cubicBezTo>
                        <a:pt x="134543" y="72009"/>
                        <a:pt x="131782" y="58293"/>
                        <a:pt x="126259" y="46577"/>
                      </a:cubicBezTo>
                      <a:cubicBezTo>
                        <a:pt x="120736" y="34862"/>
                        <a:pt x="113309" y="25813"/>
                        <a:pt x="103978" y="19336"/>
                      </a:cubicBezTo>
                      <a:cubicBezTo>
                        <a:pt x="94647" y="12859"/>
                        <a:pt x="84363" y="9620"/>
                        <a:pt x="72937" y="9620"/>
                      </a:cubicBezTo>
                      <a:cubicBezTo>
                        <a:pt x="62558" y="9620"/>
                        <a:pt x="53322" y="12192"/>
                        <a:pt x="45229" y="17335"/>
                      </a:cubicBezTo>
                      <a:cubicBezTo>
                        <a:pt x="37135" y="22479"/>
                        <a:pt x="30946" y="29813"/>
                        <a:pt x="26375" y="39243"/>
                      </a:cubicBezTo>
                      <a:cubicBezTo>
                        <a:pt x="21900" y="48768"/>
                        <a:pt x="19615" y="59817"/>
                        <a:pt x="19615" y="72676"/>
                      </a:cubicBezTo>
                      <a:cubicBezTo>
                        <a:pt x="19615" y="88487"/>
                        <a:pt x="22376" y="102298"/>
                        <a:pt x="27899" y="114014"/>
                      </a:cubicBezTo>
                      <a:cubicBezTo>
                        <a:pt x="33422" y="125825"/>
                        <a:pt x="40849" y="134874"/>
                        <a:pt x="50275" y="141351"/>
                      </a:cubicBezTo>
                      <a:cubicBezTo>
                        <a:pt x="59702" y="147828"/>
                        <a:pt x="70176" y="151067"/>
                        <a:pt x="81888" y="151067"/>
                      </a:cubicBezTo>
                      <a:moveTo>
                        <a:pt x="76936" y="160972"/>
                      </a:moveTo>
                      <a:cubicBezTo>
                        <a:pt x="65891" y="160972"/>
                        <a:pt x="55703" y="158972"/>
                        <a:pt x="46276" y="154972"/>
                      </a:cubicBezTo>
                      <a:cubicBezTo>
                        <a:pt x="36849" y="150971"/>
                        <a:pt x="28756" y="145352"/>
                        <a:pt x="21900" y="138112"/>
                      </a:cubicBezTo>
                      <a:cubicBezTo>
                        <a:pt x="15044" y="130969"/>
                        <a:pt x="9617" y="122396"/>
                        <a:pt x="5808" y="112681"/>
                      </a:cubicBezTo>
                      <a:cubicBezTo>
                        <a:pt x="1904" y="102870"/>
                        <a:pt x="0" y="92202"/>
                        <a:pt x="0" y="80486"/>
                      </a:cubicBezTo>
                      <a:cubicBezTo>
                        <a:pt x="0" y="68771"/>
                        <a:pt x="1904" y="58102"/>
                        <a:pt x="5808" y="48292"/>
                      </a:cubicBezTo>
                      <a:cubicBezTo>
                        <a:pt x="9712" y="38481"/>
                        <a:pt x="15044" y="30004"/>
                        <a:pt x="21900" y="22860"/>
                      </a:cubicBezTo>
                      <a:cubicBezTo>
                        <a:pt x="28756" y="15621"/>
                        <a:pt x="36945" y="10096"/>
                        <a:pt x="46276" y="6001"/>
                      </a:cubicBezTo>
                      <a:cubicBezTo>
                        <a:pt x="55703" y="2000"/>
                        <a:pt x="65891" y="0"/>
                        <a:pt x="76936" y="0"/>
                      </a:cubicBezTo>
                      <a:cubicBezTo>
                        <a:pt x="87981" y="0"/>
                        <a:pt x="98170" y="2000"/>
                        <a:pt x="107596" y="6001"/>
                      </a:cubicBezTo>
                      <a:cubicBezTo>
                        <a:pt x="117023" y="10001"/>
                        <a:pt x="125116" y="15621"/>
                        <a:pt x="132067" y="22860"/>
                      </a:cubicBezTo>
                      <a:cubicBezTo>
                        <a:pt x="139018" y="30004"/>
                        <a:pt x="144446" y="38481"/>
                        <a:pt x="148254" y="48292"/>
                      </a:cubicBezTo>
                      <a:cubicBezTo>
                        <a:pt x="152158" y="58102"/>
                        <a:pt x="154063" y="68866"/>
                        <a:pt x="154063" y="80486"/>
                      </a:cubicBezTo>
                      <a:cubicBezTo>
                        <a:pt x="154063" y="92107"/>
                        <a:pt x="152158" y="102870"/>
                        <a:pt x="148254" y="112681"/>
                      </a:cubicBezTo>
                      <a:cubicBezTo>
                        <a:pt x="144350" y="122492"/>
                        <a:pt x="138923" y="130969"/>
                        <a:pt x="132067" y="138112"/>
                      </a:cubicBezTo>
                      <a:cubicBezTo>
                        <a:pt x="125116" y="145256"/>
                        <a:pt x="116928" y="150876"/>
                        <a:pt x="107596" y="154972"/>
                      </a:cubicBezTo>
                      <a:cubicBezTo>
                        <a:pt x="98170" y="158972"/>
                        <a:pt x="87981" y="160972"/>
                        <a:pt x="76936" y="16097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18" name="Google Shape;2318;p46"/>
                <p:cNvSpPr/>
                <p:nvPr/>
              </p:nvSpPr>
              <p:spPr>
                <a:xfrm>
                  <a:off x="7486211" y="5425312"/>
                  <a:ext cx="116737" cy="110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37" h="110871" extrusionOk="0">
                      <a:moveTo>
                        <a:pt x="116737" y="2667"/>
                      </a:moveTo>
                      <a:lnTo>
                        <a:pt x="116737" y="0"/>
                      </a:lnTo>
                      <a:lnTo>
                        <a:pt x="72270" y="0"/>
                      </a:lnTo>
                      <a:lnTo>
                        <a:pt x="72270" y="2667"/>
                      </a:lnTo>
                      <a:lnTo>
                        <a:pt x="85696" y="9430"/>
                      </a:lnTo>
                      <a:lnTo>
                        <a:pt x="85696" y="48768"/>
                      </a:lnTo>
                      <a:cubicBezTo>
                        <a:pt x="82840" y="49530"/>
                        <a:pt x="79983" y="50387"/>
                        <a:pt x="77412" y="51245"/>
                      </a:cubicBezTo>
                      <a:cubicBezTo>
                        <a:pt x="62082" y="56483"/>
                        <a:pt x="50751" y="64103"/>
                        <a:pt x="42467" y="71914"/>
                      </a:cubicBezTo>
                      <a:cubicBezTo>
                        <a:pt x="37802" y="76295"/>
                        <a:pt x="34088" y="80772"/>
                        <a:pt x="31231" y="84677"/>
                      </a:cubicBezTo>
                      <a:lnTo>
                        <a:pt x="31231" y="9430"/>
                      </a:lnTo>
                      <a:lnTo>
                        <a:pt x="44467" y="2667"/>
                      </a:lnTo>
                      <a:lnTo>
                        <a:pt x="44467" y="0"/>
                      </a:lnTo>
                      <a:lnTo>
                        <a:pt x="0" y="0"/>
                      </a:lnTo>
                      <a:lnTo>
                        <a:pt x="0" y="2667"/>
                      </a:lnTo>
                      <a:lnTo>
                        <a:pt x="13616" y="9430"/>
                      </a:lnTo>
                      <a:lnTo>
                        <a:pt x="13616" y="101346"/>
                      </a:lnTo>
                      <a:lnTo>
                        <a:pt x="0" y="108109"/>
                      </a:lnTo>
                      <a:lnTo>
                        <a:pt x="0" y="110776"/>
                      </a:lnTo>
                      <a:lnTo>
                        <a:pt x="44467" y="110776"/>
                      </a:lnTo>
                      <a:lnTo>
                        <a:pt x="44467" y="108109"/>
                      </a:lnTo>
                      <a:lnTo>
                        <a:pt x="31231" y="101346"/>
                      </a:lnTo>
                      <a:lnTo>
                        <a:pt x="31231" y="100203"/>
                      </a:lnTo>
                      <a:cubicBezTo>
                        <a:pt x="34088" y="93631"/>
                        <a:pt x="46466" y="69723"/>
                        <a:pt x="80364" y="58579"/>
                      </a:cubicBezTo>
                      <a:cubicBezTo>
                        <a:pt x="82078" y="58007"/>
                        <a:pt x="83887" y="57531"/>
                        <a:pt x="85696" y="57055"/>
                      </a:cubicBezTo>
                      <a:lnTo>
                        <a:pt x="85696" y="101441"/>
                      </a:lnTo>
                      <a:lnTo>
                        <a:pt x="72270" y="108204"/>
                      </a:lnTo>
                      <a:lnTo>
                        <a:pt x="72270" y="110871"/>
                      </a:lnTo>
                      <a:lnTo>
                        <a:pt x="116737" y="110871"/>
                      </a:lnTo>
                      <a:lnTo>
                        <a:pt x="116737" y="108204"/>
                      </a:lnTo>
                      <a:lnTo>
                        <a:pt x="103121" y="101441"/>
                      </a:lnTo>
                      <a:lnTo>
                        <a:pt x="103121" y="53721"/>
                      </a:lnTo>
                      <a:cubicBezTo>
                        <a:pt x="106454" y="53340"/>
                        <a:pt x="109882" y="53054"/>
                        <a:pt x="113595" y="52864"/>
                      </a:cubicBezTo>
                      <a:lnTo>
                        <a:pt x="110358" y="45053"/>
                      </a:lnTo>
                      <a:cubicBezTo>
                        <a:pt x="107882" y="45244"/>
                        <a:pt x="105502" y="45434"/>
                        <a:pt x="103121" y="45720"/>
                      </a:cubicBezTo>
                      <a:lnTo>
                        <a:pt x="103121" y="9525"/>
                      </a:lnTo>
                      <a:lnTo>
                        <a:pt x="116737" y="27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319" name="Google Shape;2319;p46"/>
              <p:cNvSpPr/>
              <p:nvPr/>
            </p:nvSpPr>
            <p:spPr>
              <a:xfrm>
                <a:off x="6967844" y="5425312"/>
                <a:ext cx="44847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44847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20" name="Google Shape;2320;p46"/>
              <p:cNvSpPr/>
              <p:nvPr/>
            </p:nvSpPr>
            <p:spPr>
              <a:xfrm>
                <a:off x="7250642" y="5425312"/>
                <a:ext cx="44752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44752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3" y="0"/>
                    </a:lnTo>
                    <a:lnTo>
                      <a:pt x="44753" y="2667"/>
                    </a:lnTo>
                    <a:lnTo>
                      <a:pt x="31232" y="9430"/>
                    </a:lnTo>
                    <a:lnTo>
                      <a:pt x="31232" y="101441"/>
                    </a:lnTo>
                    <a:lnTo>
                      <a:pt x="44753" y="108109"/>
                    </a:lnTo>
                    <a:lnTo>
                      <a:pt x="44753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21" name="Google Shape;2321;p46"/>
              <p:cNvSpPr/>
              <p:nvPr/>
            </p:nvSpPr>
            <p:spPr>
              <a:xfrm>
                <a:off x="7041353" y="5425312"/>
                <a:ext cx="85600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136" y="9430"/>
                    </a:lnTo>
                    <a:lnTo>
                      <a:pt x="31136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22" name="Google Shape;2322;p46"/>
              <p:cNvSpPr/>
              <p:nvPr/>
            </p:nvSpPr>
            <p:spPr>
              <a:xfrm>
                <a:off x="7151806" y="5425312"/>
                <a:ext cx="85600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23" name="Google Shape;2323;p46"/>
              <p:cNvSpPr/>
              <p:nvPr/>
            </p:nvSpPr>
            <p:spPr>
              <a:xfrm>
                <a:off x="7622563" y="5425312"/>
                <a:ext cx="89028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89028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49054"/>
                    </a:lnTo>
                    <a:lnTo>
                      <a:pt x="59130" y="49054"/>
                    </a:lnTo>
                    <a:lnTo>
                      <a:pt x="67700" y="34957"/>
                    </a:lnTo>
                    <a:lnTo>
                      <a:pt x="70366" y="34957"/>
                    </a:lnTo>
                    <a:lnTo>
                      <a:pt x="70366" y="72009"/>
                    </a:lnTo>
                    <a:lnTo>
                      <a:pt x="67700" y="72009"/>
                    </a:lnTo>
                    <a:lnTo>
                      <a:pt x="59130" y="58293"/>
                    </a:lnTo>
                    <a:lnTo>
                      <a:pt x="31231" y="58293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9"/>
                    </a:lnTo>
                    <a:lnTo>
                      <a:pt x="89029" y="79439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24" name="Google Shape;2324;p46"/>
              <p:cNvSpPr/>
              <p:nvPr/>
            </p:nvSpPr>
            <p:spPr>
              <a:xfrm>
                <a:off x="7310915" y="5424455"/>
                <a:ext cx="162251" cy="112490"/>
              </a:xfrm>
              <a:custGeom>
                <a:avLst/>
                <a:gdLst/>
                <a:ahLst/>
                <a:cxnLst/>
                <a:rect l="l" t="t" r="r" b="b"/>
                <a:pathLst>
                  <a:path w="162251" h="112490" extrusionOk="0">
                    <a:moveTo>
                      <a:pt x="118356" y="0"/>
                    </a:moveTo>
                    <a:lnTo>
                      <a:pt x="149492" y="102775"/>
                    </a:lnTo>
                    <a:lnTo>
                      <a:pt x="162251" y="108966"/>
                    </a:lnTo>
                    <a:lnTo>
                      <a:pt x="162251" y="111633"/>
                    </a:lnTo>
                    <a:lnTo>
                      <a:pt x="117118" y="111633"/>
                    </a:lnTo>
                    <a:lnTo>
                      <a:pt x="117118" y="108966"/>
                    </a:lnTo>
                    <a:lnTo>
                      <a:pt x="131401" y="102775"/>
                    </a:lnTo>
                    <a:lnTo>
                      <a:pt x="110929" y="31909"/>
                    </a:lnTo>
                    <a:lnTo>
                      <a:pt x="109882" y="31909"/>
                    </a:lnTo>
                    <a:lnTo>
                      <a:pt x="80840" y="112490"/>
                    </a:lnTo>
                    <a:lnTo>
                      <a:pt x="73794" y="112490"/>
                    </a:lnTo>
                    <a:lnTo>
                      <a:pt x="44276" y="31909"/>
                    </a:lnTo>
                    <a:lnTo>
                      <a:pt x="43324" y="31909"/>
                    </a:lnTo>
                    <a:lnTo>
                      <a:pt x="22948" y="102584"/>
                    </a:lnTo>
                    <a:lnTo>
                      <a:pt x="37230" y="108966"/>
                    </a:lnTo>
                    <a:lnTo>
                      <a:pt x="37230" y="111633"/>
                    </a:lnTo>
                    <a:lnTo>
                      <a:pt x="0" y="111633"/>
                    </a:lnTo>
                    <a:lnTo>
                      <a:pt x="0" y="108966"/>
                    </a:lnTo>
                    <a:lnTo>
                      <a:pt x="11236" y="102965"/>
                    </a:lnTo>
                    <a:lnTo>
                      <a:pt x="42753" y="0"/>
                    </a:lnTo>
                    <a:lnTo>
                      <a:pt x="49704" y="0"/>
                    </a:lnTo>
                    <a:lnTo>
                      <a:pt x="79888" y="80486"/>
                    </a:lnTo>
                    <a:lnTo>
                      <a:pt x="81031" y="80486"/>
                    </a:lnTo>
                    <a:lnTo>
                      <a:pt x="111595" y="0"/>
                    </a:lnTo>
                    <a:lnTo>
                      <a:pt x="1183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325" name="Google Shape;2325;p46"/>
              <p:cNvGrpSpPr/>
              <p:nvPr/>
            </p:nvGrpSpPr>
            <p:grpSpPr>
              <a:xfrm>
                <a:off x="6668860" y="5400929"/>
                <a:ext cx="280226" cy="160972"/>
                <a:chOff x="6668860" y="5400929"/>
                <a:chExt cx="280226" cy="160972"/>
              </a:xfrm>
            </p:grpSpPr>
            <p:sp>
              <p:nvSpPr>
                <p:cNvPr id="2326" name="Google Shape;2326;p46"/>
                <p:cNvSpPr/>
                <p:nvPr/>
              </p:nvSpPr>
              <p:spPr>
                <a:xfrm>
                  <a:off x="6832635" y="5424551"/>
                  <a:ext cx="116451" cy="111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1" h="111347" extrusionOk="0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6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7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27" name="Google Shape;2327;p46"/>
                <p:cNvSpPr/>
                <p:nvPr/>
              </p:nvSpPr>
              <p:spPr>
                <a:xfrm>
                  <a:off x="6668860" y="5400929"/>
                  <a:ext cx="151110" cy="160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10" h="160972" extrusionOk="0">
                      <a:moveTo>
                        <a:pt x="78936" y="160972"/>
                      </a:moveTo>
                      <a:cubicBezTo>
                        <a:pt x="63796" y="160972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2"/>
                      </a:cubicBezTo>
                      <a:cubicBezTo>
                        <a:pt x="0" y="72580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6" y="6382"/>
                      </a:cubicBezTo>
                      <a:cubicBezTo>
                        <a:pt x="60939" y="2095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79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435"/>
                      </a:lnTo>
                      <a:lnTo>
                        <a:pt x="130353" y="49435"/>
                      </a:lnTo>
                      <a:lnTo>
                        <a:pt x="117594" y="22860"/>
                      </a:lnTo>
                      <a:cubicBezTo>
                        <a:pt x="110929" y="18097"/>
                        <a:pt x="105025" y="14764"/>
                        <a:pt x="99788" y="12764"/>
                      </a:cubicBezTo>
                      <a:cubicBezTo>
                        <a:pt x="94551" y="10763"/>
                        <a:pt x="88648" y="9811"/>
                        <a:pt x="81983" y="9811"/>
                      </a:cubicBezTo>
                      <a:cubicBezTo>
                        <a:pt x="69224" y="9811"/>
                        <a:pt x="57988" y="12668"/>
                        <a:pt x="48371" y="18383"/>
                      </a:cubicBezTo>
                      <a:cubicBezTo>
                        <a:pt x="38754" y="24098"/>
                        <a:pt x="31231" y="31814"/>
                        <a:pt x="25709" y="41529"/>
                      </a:cubicBezTo>
                      <a:cubicBezTo>
                        <a:pt x="20281" y="51245"/>
                        <a:pt x="17520" y="62008"/>
                        <a:pt x="17520" y="73819"/>
                      </a:cubicBezTo>
                      <a:cubicBezTo>
                        <a:pt x="17520" y="89630"/>
                        <a:pt x="20567" y="103156"/>
                        <a:pt x="26566" y="114300"/>
                      </a:cubicBezTo>
                      <a:cubicBezTo>
                        <a:pt x="32565" y="125540"/>
                        <a:pt x="40563" y="134112"/>
                        <a:pt x="50561" y="140113"/>
                      </a:cubicBezTo>
                      <a:cubicBezTo>
                        <a:pt x="60559" y="146114"/>
                        <a:pt x="71604" y="149066"/>
                        <a:pt x="83601" y="149066"/>
                      </a:cubicBezTo>
                      <a:cubicBezTo>
                        <a:pt x="89124" y="149066"/>
                        <a:pt x="94456" y="148685"/>
                        <a:pt x="99598" y="148019"/>
                      </a:cubicBezTo>
                      <a:cubicBezTo>
                        <a:pt x="104740" y="147352"/>
                        <a:pt x="110072" y="145828"/>
                        <a:pt x="115595" y="143637"/>
                      </a:cubicBezTo>
                      <a:lnTo>
                        <a:pt x="115595" y="102203"/>
                      </a:lnTo>
                      <a:lnTo>
                        <a:pt x="94742" y="94583"/>
                      </a:lnTo>
                      <a:lnTo>
                        <a:pt x="94742" y="89821"/>
                      </a:lnTo>
                      <a:lnTo>
                        <a:pt x="151111" y="89821"/>
                      </a:lnTo>
                      <a:lnTo>
                        <a:pt x="151111" y="94583"/>
                      </a:lnTo>
                      <a:lnTo>
                        <a:pt x="134067" y="102203"/>
                      </a:lnTo>
                      <a:lnTo>
                        <a:pt x="134067" y="142018"/>
                      </a:lnTo>
                      <a:cubicBezTo>
                        <a:pt x="127306" y="147828"/>
                        <a:pt x="118737" y="152495"/>
                        <a:pt x="108453" y="155924"/>
                      </a:cubicBezTo>
                      <a:cubicBezTo>
                        <a:pt x="98170" y="159353"/>
                        <a:pt x="88267" y="160972"/>
                        <a:pt x="78650" y="16097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328" name="Google Shape;2328;p46"/>
              <p:cNvSpPr/>
              <p:nvPr/>
            </p:nvSpPr>
            <p:spPr>
              <a:xfrm>
                <a:off x="6668955" y="5628671"/>
                <a:ext cx="1157850" cy="7619"/>
              </a:xfrm>
              <a:custGeom>
                <a:avLst/>
                <a:gdLst/>
                <a:ahLst/>
                <a:cxnLst/>
                <a:rect l="l" t="t" r="r" b="b"/>
                <a:pathLst>
                  <a:path w="1157850" h="7619" extrusionOk="0">
                    <a:moveTo>
                      <a:pt x="0" y="0"/>
                    </a:moveTo>
                    <a:lnTo>
                      <a:pt x="1157850" y="0"/>
                    </a:lnTo>
                    <a:lnTo>
                      <a:pt x="1157850" y="7620"/>
                    </a:lnTo>
                    <a:lnTo>
                      <a:pt x="0" y="76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29" name="Google Shape;2329;p46"/>
              <p:cNvSpPr/>
              <p:nvPr/>
            </p:nvSpPr>
            <p:spPr>
              <a:xfrm>
                <a:off x="6682667" y="5942139"/>
                <a:ext cx="90266" cy="91344"/>
              </a:xfrm>
              <a:custGeom>
                <a:avLst/>
                <a:gdLst/>
                <a:ahLst/>
                <a:cxnLst/>
                <a:rect l="l" t="t" r="r" b="b"/>
                <a:pathLst>
                  <a:path w="90266" h="91344" extrusionOk="0">
                    <a:moveTo>
                      <a:pt x="47609" y="84773"/>
                    </a:moveTo>
                    <a:cubicBezTo>
                      <a:pt x="53036" y="84773"/>
                      <a:pt x="57893" y="83344"/>
                      <a:pt x="61987" y="80486"/>
                    </a:cubicBezTo>
                    <a:cubicBezTo>
                      <a:pt x="66081" y="77629"/>
                      <a:pt x="69319" y="73628"/>
                      <a:pt x="71699" y="68390"/>
                    </a:cubicBezTo>
                    <a:cubicBezTo>
                      <a:pt x="73984" y="63151"/>
                      <a:pt x="75222" y="57055"/>
                      <a:pt x="75222" y="50006"/>
                    </a:cubicBezTo>
                    <a:cubicBezTo>
                      <a:pt x="75222" y="41338"/>
                      <a:pt x="73794" y="33719"/>
                      <a:pt x="70937" y="27242"/>
                    </a:cubicBezTo>
                    <a:cubicBezTo>
                      <a:pt x="68081" y="20765"/>
                      <a:pt x="64177" y="15716"/>
                      <a:pt x="59226" y="12097"/>
                    </a:cubicBezTo>
                    <a:cubicBezTo>
                      <a:pt x="54274" y="8477"/>
                      <a:pt x="48847" y="6763"/>
                      <a:pt x="42848" y="6763"/>
                    </a:cubicBezTo>
                    <a:cubicBezTo>
                      <a:pt x="37421" y="6763"/>
                      <a:pt x="32565" y="8192"/>
                      <a:pt x="28375" y="10954"/>
                    </a:cubicBezTo>
                    <a:cubicBezTo>
                      <a:pt x="24185" y="13811"/>
                      <a:pt x="20853" y="17812"/>
                      <a:pt x="18472" y="22955"/>
                    </a:cubicBezTo>
                    <a:cubicBezTo>
                      <a:pt x="16092" y="28194"/>
                      <a:pt x="14949" y="34290"/>
                      <a:pt x="14949" y="41338"/>
                    </a:cubicBezTo>
                    <a:cubicBezTo>
                      <a:pt x="14949" y="50006"/>
                      <a:pt x="16378" y="57626"/>
                      <a:pt x="19329" y="64198"/>
                    </a:cubicBezTo>
                    <a:cubicBezTo>
                      <a:pt x="22281" y="70771"/>
                      <a:pt x="26185" y="75819"/>
                      <a:pt x="31136" y="79343"/>
                    </a:cubicBezTo>
                    <a:cubicBezTo>
                      <a:pt x="36088" y="82963"/>
                      <a:pt x="41610" y="84677"/>
                      <a:pt x="47704" y="84677"/>
                    </a:cubicBezTo>
                    <a:moveTo>
                      <a:pt x="45038" y="91345"/>
                    </a:moveTo>
                    <a:cubicBezTo>
                      <a:pt x="38563" y="91345"/>
                      <a:pt x="32660" y="90202"/>
                      <a:pt x="27137" y="87916"/>
                    </a:cubicBezTo>
                    <a:cubicBezTo>
                      <a:pt x="21615" y="85630"/>
                      <a:pt x="16854" y="82486"/>
                      <a:pt x="12759" y="78391"/>
                    </a:cubicBezTo>
                    <a:cubicBezTo>
                      <a:pt x="8665" y="74295"/>
                      <a:pt x="5523" y="69533"/>
                      <a:pt x="3333" y="63913"/>
                    </a:cubicBezTo>
                    <a:cubicBezTo>
                      <a:pt x="1143" y="58293"/>
                      <a:pt x="0" y="52292"/>
                      <a:pt x="0" y="45625"/>
                    </a:cubicBezTo>
                    <a:cubicBezTo>
                      <a:pt x="0" y="38957"/>
                      <a:pt x="1143" y="32956"/>
                      <a:pt x="3333" y="27337"/>
                    </a:cubicBezTo>
                    <a:cubicBezTo>
                      <a:pt x="5618" y="21812"/>
                      <a:pt x="8760" y="16954"/>
                      <a:pt x="12759" y="12954"/>
                    </a:cubicBezTo>
                    <a:cubicBezTo>
                      <a:pt x="16854" y="8858"/>
                      <a:pt x="21615" y="5715"/>
                      <a:pt x="27137" y="3429"/>
                    </a:cubicBezTo>
                    <a:cubicBezTo>
                      <a:pt x="32660" y="1143"/>
                      <a:pt x="38658" y="0"/>
                      <a:pt x="45038" y="0"/>
                    </a:cubicBezTo>
                    <a:cubicBezTo>
                      <a:pt x="51418" y="0"/>
                      <a:pt x="57416" y="1143"/>
                      <a:pt x="62939" y="3429"/>
                    </a:cubicBezTo>
                    <a:cubicBezTo>
                      <a:pt x="68462" y="5715"/>
                      <a:pt x="73223" y="8858"/>
                      <a:pt x="77317" y="12954"/>
                    </a:cubicBezTo>
                    <a:cubicBezTo>
                      <a:pt x="81411" y="17050"/>
                      <a:pt x="84554" y="21812"/>
                      <a:pt x="86839" y="27337"/>
                    </a:cubicBezTo>
                    <a:cubicBezTo>
                      <a:pt x="89124" y="32861"/>
                      <a:pt x="90267" y="38957"/>
                      <a:pt x="90267" y="45625"/>
                    </a:cubicBezTo>
                    <a:cubicBezTo>
                      <a:pt x="90267" y="52292"/>
                      <a:pt x="89124" y="58388"/>
                      <a:pt x="86839" y="63913"/>
                    </a:cubicBezTo>
                    <a:cubicBezTo>
                      <a:pt x="84554" y="69437"/>
                      <a:pt x="81411" y="74295"/>
                      <a:pt x="77317" y="78391"/>
                    </a:cubicBezTo>
                    <a:cubicBezTo>
                      <a:pt x="73223" y="82486"/>
                      <a:pt x="68462" y="85630"/>
                      <a:pt x="62939" y="87916"/>
                    </a:cubicBezTo>
                    <a:cubicBezTo>
                      <a:pt x="57416" y="90202"/>
                      <a:pt x="51418" y="91345"/>
                      <a:pt x="45038" y="9134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30" name="Google Shape;2330;p46"/>
              <p:cNvSpPr/>
              <p:nvPr/>
            </p:nvSpPr>
            <p:spPr>
              <a:xfrm>
                <a:off x="6789882" y="5943663"/>
                <a:ext cx="65986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65986" h="88582" extrusionOk="0">
                    <a:moveTo>
                      <a:pt x="0" y="88583"/>
                    </a:moveTo>
                    <a:lnTo>
                      <a:pt x="0" y="86487"/>
                    </a:lnTo>
                    <a:lnTo>
                      <a:pt x="10855" y="81058"/>
                    </a:lnTo>
                    <a:lnTo>
                      <a:pt x="10855" y="7430"/>
                    </a:lnTo>
                    <a:lnTo>
                      <a:pt x="0" y="2096"/>
                    </a:lnTo>
                    <a:lnTo>
                      <a:pt x="0" y="0"/>
                    </a:lnTo>
                    <a:lnTo>
                      <a:pt x="65986" y="0"/>
                    </a:lnTo>
                    <a:lnTo>
                      <a:pt x="65986" y="23051"/>
                    </a:lnTo>
                    <a:lnTo>
                      <a:pt x="63891" y="23051"/>
                    </a:lnTo>
                    <a:lnTo>
                      <a:pt x="55417" y="7334"/>
                    </a:lnTo>
                    <a:lnTo>
                      <a:pt x="24947" y="7334"/>
                    </a:lnTo>
                    <a:lnTo>
                      <a:pt x="24947" y="39338"/>
                    </a:lnTo>
                    <a:lnTo>
                      <a:pt x="45895" y="39338"/>
                    </a:lnTo>
                    <a:lnTo>
                      <a:pt x="52751" y="28004"/>
                    </a:lnTo>
                    <a:lnTo>
                      <a:pt x="54846" y="28004"/>
                    </a:lnTo>
                    <a:lnTo>
                      <a:pt x="54846" y="57436"/>
                    </a:lnTo>
                    <a:lnTo>
                      <a:pt x="52751" y="57436"/>
                    </a:lnTo>
                    <a:lnTo>
                      <a:pt x="45895" y="46387"/>
                    </a:lnTo>
                    <a:lnTo>
                      <a:pt x="24947" y="46387"/>
                    </a:lnTo>
                    <a:lnTo>
                      <a:pt x="24947" y="81058"/>
                    </a:lnTo>
                    <a:lnTo>
                      <a:pt x="37326" y="86487"/>
                    </a:lnTo>
                    <a:lnTo>
                      <a:pt x="37326" y="88583"/>
                    </a:lnTo>
                    <a:lnTo>
                      <a:pt x="0" y="885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31" name="Google Shape;2331;p46"/>
              <p:cNvSpPr/>
              <p:nvPr/>
            </p:nvSpPr>
            <p:spPr>
              <a:xfrm>
                <a:off x="7192178" y="5932519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32" name="Google Shape;2332;p46"/>
              <p:cNvSpPr/>
              <p:nvPr/>
            </p:nvSpPr>
            <p:spPr>
              <a:xfrm>
                <a:off x="7276160" y="5931662"/>
                <a:ext cx="162251" cy="112490"/>
              </a:xfrm>
              <a:custGeom>
                <a:avLst/>
                <a:gdLst/>
                <a:ahLst/>
                <a:cxnLst/>
                <a:rect l="l" t="t" r="r" b="b"/>
                <a:pathLst>
                  <a:path w="162251" h="112490" extrusionOk="0">
                    <a:moveTo>
                      <a:pt x="43895" y="112490"/>
                    </a:moveTo>
                    <a:lnTo>
                      <a:pt x="12759" y="9811"/>
                    </a:lnTo>
                    <a:lnTo>
                      <a:pt x="0" y="3524"/>
                    </a:lnTo>
                    <a:lnTo>
                      <a:pt x="0" y="857"/>
                    </a:lnTo>
                    <a:lnTo>
                      <a:pt x="45133" y="857"/>
                    </a:lnTo>
                    <a:lnTo>
                      <a:pt x="45133" y="3524"/>
                    </a:lnTo>
                    <a:lnTo>
                      <a:pt x="30851" y="9811"/>
                    </a:lnTo>
                    <a:lnTo>
                      <a:pt x="51322" y="80581"/>
                    </a:lnTo>
                    <a:lnTo>
                      <a:pt x="52370" y="80581"/>
                    </a:lnTo>
                    <a:lnTo>
                      <a:pt x="81411" y="0"/>
                    </a:lnTo>
                    <a:lnTo>
                      <a:pt x="88457" y="0"/>
                    </a:lnTo>
                    <a:lnTo>
                      <a:pt x="117975" y="80581"/>
                    </a:lnTo>
                    <a:lnTo>
                      <a:pt x="118927" y="80581"/>
                    </a:lnTo>
                    <a:lnTo>
                      <a:pt x="139304" y="9906"/>
                    </a:lnTo>
                    <a:lnTo>
                      <a:pt x="125021" y="3524"/>
                    </a:lnTo>
                    <a:lnTo>
                      <a:pt x="125021" y="857"/>
                    </a:lnTo>
                    <a:lnTo>
                      <a:pt x="162251" y="857"/>
                    </a:lnTo>
                    <a:lnTo>
                      <a:pt x="162251" y="3524"/>
                    </a:lnTo>
                    <a:lnTo>
                      <a:pt x="151016" y="9620"/>
                    </a:lnTo>
                    <a:lnTo>
                      <a:pt x="119499" y="112490"/>
                    </a:lnTo>
                    <a:lnTo>
                      <a:pt x="112548" y="112490"/>
                    </a:lnTo>
                    <a:lnTo>
                      <a:pt x="82363" y="32099"/>
                    </a:lnTo>
                    <a:lnTo>
                      <a:pt x="81221" y="32099"/>
                    </a:lnTo>
                    <a:lnTo>
                      <a:pt x="50656" y="112490"/>
                    </a:lnTo>
                    <a:lnTo>
                      <a:pt x="43895" y="1124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33" name="Google Shape;2333;p46"/>
              <p:cNvSpPr/>
              <p:nvPr/>
            </p:nvSpPr>
            <p:spPr>
              <a:xfrm>
                <a:off x="7537819" y="5932519"/>
                <a:ext cx="111404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111404" h="110870" extrusionOk="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609" y="101441"/>
                    </a:lnTo>
                    <a:lnTo>
                      <a:pt x="47609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4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174" y="108109"/>
                    </a:lnTo>
                    <a:lnTo>
                      <a:pt x="80174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334" name="Google Shape;2334;p46"/>
              <p:cNvGrpSpPr/>
              <p:nvPr/>
            </p:nvGrpSpPr>
            <p:grpSpPr>
              <a:xfrm>
                <a:off x="6895955" y="5908135"/>
                <a:ext cx="648624" cy="160972"/>
                <a:chOff x="6895955" y="5908135"/>
                <a:chExt cx="648624" cy="160972"/>
              </a:xfrm>
            </p:grpSpPr>
            <p:sp>
              <p:nvSpPr>
                <p:cNvPr id="2335" name="Google Shape;2335;p46"/>
                <p:cNvSpPr/>
                <p:nvPr/>
              </p:nvSpPr>
              <p:spPr>
                <a:xfrm>
                  <a:off x="7057445" y="5931852"/>
                  <a:ext cx="116451" cy="111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1" h="111347" extrusionOk="0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36" name="Google Shape;2336;p46"/>
                <p:cNvSpPr/>
                <p:nvPr/>
              </p:nvSpPr>
              <p:spPr>
                <a:xfrm>
                  <a:off x="7428128" y="5931852"/>
                  <a:ext cx="116451" cy="111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1" h="111347" extrusionOk="0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1" y="108585"/>
                      </a:lnTo>
                      <a:lnTo>
                        <a:pt x="72271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37" name="Google Shape;2337;p46"/>
                <p:cNvSpPr/>
                <p:nvPr/>
              </p:nvSpPr>
              <p:spPr>
                <a:xfrm>
                  <a:off x="6895955" y="5908135"/>
                  <a:ext cx="151111" cy="160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11" h="160972" extrusionOk="0">
                      <a:moveTo>
                        <a:pt x="78936" y="160973"/>
                      </a:moveTo>
                      <a:cubicBezTo>
                        <a:pt x="63796" y="160973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3"/>
                      </a:cubicBezTo>
                      <a:cubicBezTo>
                        <a:pt x="0" y="72581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7" y="6382"/>
                      </a:cubicBezTo>
                      <a:cubicBezTo>
                        <a:pt x="60940" y="2096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80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530"/>
                      </a:lnTo>
                      <a:lnTo>
                        <a:pt x="130353" y="49530"/>
                      </a:lnTo>
                      <a:lnTo>
                        <a:pt x="117594" y="22955"/>
                      </a:lnTo>
                      <a:cubicBezTo>
                        <a:pt x="110929" y="18193"/>
                        <a:pt x="105026" y="14859"/>
                        <a:pt x="99789" y="12859"/>
                      </a:cubicBezTo>
                      <a:cubicBezTo>
                        <a:pt x="94552" y="10858"/>
                        <a:pt x="88648" y="9906"/>
                        <a:pt x="81983" y="9906"/>
                      </a:cubicBezTo>
                      <a:cubicBezTo>
                        <a:pt x="69224" y="9906"/>
                        <a:pt x="57988" y="12763"/>
                        <a:pt x="48371" y="18479"/>
                      </a:cubicBezTo>
                      <a:cubicBezTo>
                        <a:pt x="38754" y="24194"/>
                        <a:pt x="31232" y="31909"/>
                        <a:pt x="25709" y="41624"/>
                      </a:cubicBezTo>
                      <a:cubicBezTo>
                        <a:pt x="20281" y="51340"/>
                        <a:pt x="17520" y="62103"/>
                        <a:pt x="17520" y="73914"/>
                      </a:cubicBezTo>
                      <a:cubicBezTo>
                        <a:pt x="17520" y="89725"/>
                        <a:pt x="20567" y="103251"/>
                        <a:pt x="26566" y="114395"/>
                      </a:cubicBezTo>
                      <a:cubicBezTo>
                        <a:pt x="32565" y="125635"/>
                        <a:pt x="40563" y="134207"/>
                        <a:pt x="50561" y="140208"/>
                      </a:cubicBezTo>
                      <a:cubicBezTo>
                        <a:pt x="60559" y="146209"/>
                        <a:pt x="71604" y="149161"/>
                        <a:pt x="83602" y="149161"/>
                      </a:cubicBezTo>
                      <a:cubicBezTo>
                        <a:pt x="89124" y="149161"/>
                        <a:pt x="94456" y="148781"/>
                        <a:pt x="99598" y="148114"/>
                      </a:cubicBezTo>
                      <a:cubicBezTo>
                        <a:pt x="104740" y="147447"/>
                        <a:pt x="110072" y="145923"/>
                        <a:pt x="115595" y="143732"/>
                      </a:cubicBezTo>
                      <a:lnTo>
                        <a:pt x="115595" y="102298"/>
                      </a:lnTo>
                      <a:lnTo>
                        <a:pt x="94742" y="94679"/>
                      </a:lnTo>
                      <a:lnTo>
                        <a:pt x="94742" y="89916"/>
                      </a:lnTo>
                      <a:lnTo>
                        <a:pt x="151111" y="89916"/>
                      </a:lnTo>
                      <a:lnTo>
                        <a:pt x="151111" y="94679"/>
                      </a:lnTo>
                      <a:lnTo>
                        <a:pt x="134067" y="102298"/>
                      </a:lnTo>
                      <a:lnTo>
                        <a:pt x="134067" y="142113"/>
                      </a:lnTo>
                      <a:cubicBezTo>
                        <a:pt x="127307" y="147923"/>
                        <a:pt x="118737" y="152590"/>
                        <a:pt x="108453" y="155924"/>
                      </a:cubicBezTo>
                      <a:cubicBezTo>
                        <a:pt x="98170" y="159353"/>
                        <a:pt x="88267" y="160973"/>
                        <a:pt x="78650" y="160973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338" name="Google Shape;2338;p46"/>
              <p:cNvSpPr/>
              <p:nvPr/>
            </p:nvSpPr>
            <p:spPr>
              <a:xfrm>
                <a:off x="6842538" y="5747639"/>
                <a:ext cx="115975" cy="111633"/>
              </a:xfrm>
              <a:custGeom>
                <a:avLst/>
                <a:gdLst/>
                <a:ahLst/>
                <a:cxnLst/>
                <a:rect l="l" t="t" r="r" b="b"/>
                <a:pathLst>
                  <a:path w="115975" h="111633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715"/>
                    </a:lnTo>
                    <a:lnTo>
                      <a:pt x="95" y="2667"/>
                    </a:lnTo>
                    <a:lnTo>
                      <a:pt x="95" y="0"/>
                    </a:lnTo>
                    <a:lnTo>
                      <a:pt x="26471" y="0"/>
                    </a:lnTo>
                    <a:lnTo>
                      <a:pt x="90743" y="79153"/>
                    </a:lnTo>
                    <a:lnTo>
                      <a:pt x="90743" y="9239"/>
                    </a:lnTo>
                    <a:lnTo>
                      <a:pt x="73508" y="2667"/>
                    </a:lnTo>
                    <a:lnTo>
                      <a:pt x="73508" y="0"/>
                    </a:lnTo>
                    <a:lnTo>
                      <a:pt x="115976" y="0"/>
                    </a:lnTo>
                    <a:lnTo>
                      <a:pt x="115976" y="2667"/>
                    </a:lnTo>
                    <a:lnTo>
                      <a:pt x="102550" y="9239"/>
                    </a:lnTo>
                    <a:lnTo>
                      <a:pt x="102550" y="111633"/>
                    </a:lnTo>
                    <a:lnTo>
                      <a:pt x="95313" y="111633"/>
                    </a:lnTo>
                    <a:lnTo>
                      <a:pt x="25328" y="25717"/>
                    </a:lnTo>
                    <a:lnTo>
                      <a:pt x="25328" y="101632"/>
                    </a:lnTo>
                    <a:lnTo>
                      <a:pt x="42562" y="108109"/>
                    </a:lnTo>
                    <a:lnTo>
                      <a:pt x="4256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39" name="Google Shape;2339;p46"/>
              <p:cNvSpPr/>
              <p:nvPr/>
            </p:nvSpPr>
            <p:spPr>
              <a:xfrm>
                <a:off x="6980985" y="5747639"/>
                <a:ext cx="44752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44752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2" y="0"/>
                    </a:lnTo>
                    <a:lnTo>
                      <a:pt x="44752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752" y="108109"/>
                    </a:lnTo>
                    <a:lnTo>
                      <a:pt x="4475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40" name="Google Shape;2340;p46"/>
              <p:cNvSpPr/>
              <p:nvPr/>
            </p:nvSpPr>
            <p:spPr>
              <a:xfrm>
                <a:off x="7046495" y="5747639"/>
                <a:ext cx="114642" cy="111633"/>
              </a:xfrm>
              <a:custGeom>
                <a:avLst/>
                <a:gdLst/>
                <a:ahLst/>
                <a:cxnLst/>
                <a:rect l="l" t="t" r="r" b="b"/>
                <a:pathLst>
                  <a:path w="114642" h="111633" extrusionOk="0">
                    <a:moveTo>
                      <a:pt x="54560" y="111633"/>
                    </a:moveTo>
                    <a:lnTo>
                      <a:pt x="11521" y="876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467" y="0"/>
                    </a:lnTo>
                    <a:lnTo>
                      <a:pt x="44467" y="2667"/>
                    </a:lnTo>
                    <a:lnTo>
                      <a:pt x="29803" y="9049"/>
                    </a:lnTo>
                    <a:lnTo>
                      <a:pt x="61225" y="84677"/>
                    </a:lnTo>
                    <a:lnTo>
                      <a:pt x="62082" y="84677"/>
                    </a:lnTo>
                    <a:lnTo>
                      <a:pt x="93123" y="8573"/>
                    </a:lnTo>
                    <a:lnTo>
                      <a:pt x="79221" y="2667"/>
                    </a:lnTo>
                    <a:lnTo>
                      <a:pt x="79221" y="0"/>
                    </a:lnTo>
                    <a:lnTo>
                      <a:pt x="114642" y="0"/>
                    </a:lnTo>
                    <a:lnTo>
                      <a:pt x="114642" y="2667"/>
                    </a:lnTo>
                    <a:lnTo>
                      <a:pt x="105025" y="7906"/>
                    </a:lnTo>
                    <a:lnTo>
                      <a:pt x="61225" y="111633"/>
                    </a:lnTo>
                    <a:lnTo>
                      <a:pt x="54560" y="1116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41" name="Google Shape;2341;p46"/>
              <p:cNvSpPr/>
              <p:nvPr/>
            </p:nvSpPr>
            <p:spPr>
              <a:xfrm>
                <a:off x="7178086" y="5747639"/>
                <a:ext cx="89028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9028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51625"/>
                    </a:lnTo>
                    <a:lnTo>
                      <a:pt x="59130" y="51625"/>
                    </a:lnTo>
                    <a:lnTo>
                      <a:pt x="67700" y="37528"/>
                    </a:lnTo>
                    <a:lnTo>
                      <a:pt x="70366" y="37528"/>
                    </a:lnTo>
                    <a:lnTo>
                      <a:pt x="70366" y="74676"/>
                    </a:lnTo>
                    <a:lnTo>
                      <a:pt x="67700" y="74676"/>
                    </a:lnTo>
                    <a:lnTo>
                      <a:pt x="59130" y="60865"/>
                    </a:lnTo>
                    <a:lnTo>
                      <a:pt x="31231" y="60865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8"/>
                    </a:lnTo>
                    <a:lnTo>
                      <a:pt x="89029" y="79438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342" name="Google Shape;2342;p46"/>
              <p:cNvGrpSpPr/>
              <p:nvPr/>
            </p:nvGrpSpPr>
            <p:grpSpPr>
              <a:xfrm>
                <a:off x="7293300" y="5746019"/>
                <a:ext cx="189388" cy="114204"/>
                <a:chOff x="7293300" y="5746019"/>
                <a:chExt cx="189388" cy="114204"/>
              </a:xfrm>
            </p:grpSpPr>
            <p:sp>
              <p:nvSpPr>
                <p:cNvPr id="2343" name="Google Shape;2343;p46"/>
                <p:cNvSpPr/>
                <p:nvPr/>
              </p:nvSpPr>
              <p:spPr>
                <a:xfrm>
                  <a:off x="7293300" y="5747543"/>
                  <a:ext cx="104454" cy="11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54" h="110775" extrusionOk="0">
                      <a:moveTo>
                        <a:pt x="41134" y="9335"/>
                      </a:moveTo>
                      <a:lnTo>
                        <a:pt x="31231" y="9335"/>
                      </a:lnTo>
                      <a:lnTo>
                        <a:pt x="31231" y="50959"/>
                      </a:lnTo>
                      <a:lnTo>
                        <a:pt x="42181" y="50959"/>
                      </a:lnTo>
                      <a:cubicBezTo>
                        <a:pt x="49132" y="50959"/>
                        <a:pt x="54845" y="48958"/>
                        <a:pt x="59416" y="44958"/>
                      </a:cubicBezTo>
                      <a:cubicBezTo>
                        <a:pt x="63986" y="40958"/>
                        <a:pt x="66176" y="35909"/>
                        <a:pt x="66176" y="29718"/>
                      </a:cubicBezTo>
                      <a:cubicBezTo>
                        <a:pt x="66176" y="23527"/>
                        <a:pt x="63986" y="18288"/>
                        <a:pt x="59511" y="14669"/>
                      </a:cubicBezTo>
                      <a:cubicBezTo>
                        <a:pt x="55131" y="11049"/>
                        <a:pt x="48942" y="9239"/>
                        <a:pt x="41134" y="9239"/>
                      </a:cubicBezTo>
                      <a:moveTo>
                        <a:pt x="0" y="110776"/>
                      </a:moveTo>
                      <a:lnTo>
                        <a:pt x="0" y="108109"/>
                      </a:lnTo>
                      <a:lnTo>
                        <a:pt x="13616" y="101346"/>
                      </a:lnTo>
                      <a:lnTo>
                        <a:pt x="13616" y="9335"/>
                      </a:lnTo>
                      <a:lnTo>
                        <a:pt x="0" y="2667"/>
                      </a:lnTo>
                      <a:lnTo>
                        <a:pt x="0" y="0"/>
                      </a:lnTo>
                      <a:lnTo>
                        <a:pt x="46657" y="0"/>
                      </a:lnTo>
                      <a:cubicBezTo>
                        <a:pt x="58464" y="0"/>
                        <a:pt x="67700" y="2477"/>
                        <a:pt x="74460" y="7334"/>
                      </a:cubicBezTo>
                      <a:cubicBezTo>
                        <a:pt x="81221" y="12192"/>
                        <a:pt x="84649" y="18860"/>
                        <a:pt x="84649" y="27432"/>
                      </a:cubicBezTo>
                      <a:cubicBezTo>
                        <a:pt x="84649" y="33719"/>
                        <a:pt x="82554" y="39243"/>
                        <a:pt x="78269" y="44006"/>
                      </a:cubicBezTo>
                      <a:cubicBezTo>
                        <a:pt x="73984" y="48863"/>
                        <a:pt x="68462" y="52483"/>
                        <a:pt x="61511" y="55054"/>
                      </a:cubicBezTo>
                      <a:lnTo>
                        <a:pt x="93218" y="101917"/>
                      </a:lnTo>
                      <a:lnTo>
                        <a:pt x="104454" y="108109"/>
                      </a:lnTo>
                      <a:lnTo>
                        <a:pt x="104454" y="110776"/>
                      </a:lnTo>
                      <a:lnTo>
                        <a:pt x="77412" y="110776"/>
                      </a:lnTo>
                      <a:lnTo>
                        <a:pt x="45229" y="59722"/>
                      </a:lnTo>
                      <a:lnTo>
                        <a:pt x="31327" y="59722"/>
                      </a:lnTo>
                      <a:lnTo>
                        <a:pt x="31327" y="101156"/>
                      </a:lnTo>
                      <a:lnTo>
                        <a:pt x="43895" y="108013"/>
                      </a:lnTo>
                      <a:lnTo>
                        <a:pt x="43895" y="110681"/>
                      </a:lnTo>
                      <a:lnTo>
                        <a:pt x="95" y="1106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44" name="Google Shape;2344;p46"/>
                <p:cNvSpPr/>
                <p:nvPr/>
              </p:nvSpPr>
              <p:spPr>
                <a:xfrm>
                  <a:off x="7410513" y="5746019"/>
                  <a:ext cx="72175" cy="1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75" h="114204" extrusionOk="0">
                      <a:moveTo>
                        <a:pt x="35135" y="114110"/>
                      </a:moveTo>
                      <a:cubicBezTo>
                        <a:pt x="28089" y="114110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7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2"/>
                        <a:pt x="53322" y="1810"/>
                      </a:cubicBezTo>
                      <a:cubicBezTo>
                        <a:pt x="57893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144"/>
                        <a:pt x="47514" y="10001"/>
                      </a:cubicBezTo>
                      <a:cubicBezTo>
                        <a:pt x="44657" y="8763"/>
                        <a:pt x="41325" y="8192"/>
                        <a:pt x="37611" y="8192"/>
                      </a:cubicBezTo>
                      <a:cubicBezTo>
                        <a:pt x="32755" y="8192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4"/>
                        <a:pt x="20853" y="25337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6" y="57722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9"/>
                        <a:pt x="71033" y="91726"/>
                        <a:pt x="68843" y="95726"/>
                      </a:cubicBezTo>
                      <a:cubicBezTo>
                        <a:pt x="66653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345" name="Google Shape;2345;p46"/>
              <p:cNvSpPr/>
              <p:nvPr/>
            </p:nvSpPr>
            <p:spPr>
              <a:xfrm>
                <a:off x="7513158" y="5747639"/>
                <a:ext cx="44847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44847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46" name="Google Shape;2346;p46"/>
              <p:cNvSpPr/>
              <p:nvPr/>
            </p:nvSpPr>
            <p:spPr>
              <a:xfrm>
                <a:off x="7582762" y="5747639"/>
                <a:ext cx="99693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99693" h="110870" extrusionOk="0">
                    <a:moveTo>
                      <a:pt x="24185" y="110871"/>
                    </a:moveTo>
                    <a:lnTo>
                      <a:pt x="24185" y="108109"/>
                    </a:lnTo>
                    <a:lnTo>
                      <a:pt x="41134" y="101441"/>
                    </a:lnTo>
                    <a:lnTo>
                      <a:pt x="41134" y="9239"/>
                    </a:lnTo>
                    <a:lnTo>
                      <a:pt x="14568" y="9239"/>
                    </a:lnTo>
                    <a:lnTo>
                      <a:pt x="2666" y="34576"/>
                    </a:lnTo>
                    <a:lnTo>
                      <a:pt x="0" y="34576"/>
                    </a:lnTo>
                    <a:lnTo>
                      <a:pt x="0" y="0"/>
                    </a:lnTo>
                    <a:lnTo>
                      <a:pt x="99693" y="0"/>
                    </a:lnTo>
                    <a:lnTo>
                      <a:pt x="99693" y="34576"/>
                    </a:lnTo>
                    <a:lnTo>
                      <a:pt x="97027" y="34576"/>
                    </a:lnTo>
                    <a:lnTo>
                      <a:pt x="85220" y="9239"/>
                    </a:lnTo>
                    <a:lnTo>
                      <a:pt x="58559" y="9239"/>
                    </a:lnTo>
                    <a:lnTo>
                      <a:pt x="58559" y="101441"/>
                    </a:lnTo>
                    <a:lnTo>
                      <a:pt x="75698" y="108109"/>
                    </a:lnTo>
                    <a:lnTo>
                      <a:pt x="75698" y="110871"/>
                    </a:lnTo>
                    <a:lnTo>
                      <a:pt x="2418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47" name="Google Shape;2347;p46"/>
              <p:cNvSpPr/>
              <p:nvPr/>
            </p:nvSpPr>
            <p:spPr>
              <a:xfrm>
                <a:off x="7698262" y="5747639"/>
                <a:ext cx="111404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111404" h="110870" extrusionOk="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704" y="101441"/>
                    </a:lnTo>
                    <a:lnTo>
                      <a:pt x="47704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3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269" y="108109"/>
                    </a:lnTo>
                    <a:lnTo>
                      <a:pt x="80269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48" name="Google Shape;2348;p46"/>
              <p:cNvSpPr/>
              <p:nvPr/>
            </p:nvSpPr>
            <p:spPr>
              <a:xfrm>
                <a:off x="6668955" y="5720492"/>
                <a:ext cx="157776" cy="158781"/>
              </a:xfrm>
              <a:custGeom>
                <a:avLst/>
                <a:gdLst/>
                <a:ahLst/>
                <a:cxnLst/>
                <a:rect l="l" t="t" r="r" b="b"/>
                <a:pathLst>
                  <a:path w="157776" h="158781" extrusionOk="0">
                    <a:moveTo>
                      <a:pt x="79126" y="158782"/>
                    </a:moveTo>
                    <a:cubicBezTo>
                      <a:pt x="67605" y="158782"/>
                      <a:pt x="57321" y="156686"/>
                      <a:pt x="48180" y="152400"/>
                    </a:cubicBezTo>
                    <a:cubicBezTo>
                      <a:pt x="39135" y="148114"/>
                      <a:pt x="31993" y="141541"/>
                      <a:pt x="26756" y="132493"/>
                    </a:cubicBezTo>
                    <a:cubicBezTo>
                      <a:pt x="21519" y="123539"/>
                      <a:pt x="18948" y="111823"/>
                      <a:pt x="18948" y="97441"/>
                    </a:cubicBezTo>
                    <a:lnTo>
                      <a:pt x="18948" y="11906"/>
                    </a:lnTo>
                    <a:lnTo>
                      <a:pt x="0" y="4763"/>
                    </a:lnTo>
                    <a:lnTo>
                      <a:pt x="0" y="0"/>
                    </a:lnTo>
                    <a:lnTo>
                      <a:pt x="56369" y="0"/>
                    </a:lnTo>
                    <a:lnTo>
                      <a:pt x="56369" y="4763"/>
                    </a:lnTo>
                    <a:lnTo>
                      <a:pt x="37421" y="11906"/>
                    </a:lnTo>
                    <a:lnTo>
                      <a:pt x="37421" y="94107"/>
                    </a:lnTo>
                    <a:cubicBezTo>
                      <a:pt x="37421" y="107251"/>
                      <a:pt x="39420" y="117634"/>
                      <a:pt x="43419" y="125254"/>
                    </a:cubicBezTo>
                    <a:cubicBezTo>
                      <a:pt x="47419" y="132874"/>
                      <a:pt x="53036" y="138398"/>
                      <a:pt x="60083" y="141732"/>
                    </a:cubicBezTo>
                    <a:cubicBezTo>
                      <a:pt x="67224" y="145066"/>
                      <a:pt x="75317" y="146685"/>
                      <a:pt x="84458" y="146685"/>
                    </a:cubicBezTo>
                    <a:cubicBezTo>
                      <a:pt x="92076" y="146685"/>
                      <a:pt x="98931" y="145161"/>
                      <a:pt x="105025" y="142113"/>
                    </a:cubicBezTo>
                    <a:cubicBezTo>
                      <a:pt x="111215" y="139065"/>
                      <a:pt x="116071" y="134207"/>
                      <a:pt x="119784" y="127540"/>
                    </a:cubicBezTo>
                    <a:cubicBezTo>
                      <a:pt x="123498" y="120872"/>
                      <a:pt x="125402" y="112204"/>
                      <a:pt x="125402" y="101441"/>
                    </a:cubicBezTo>
                    <a:lnTo>
                      <a:pt x="125402" y="11430"/>
                    </a:lnTo>
                    <a:lnTo>
                      <a:pt x="101693" y="4763"/>
                    </a:lnTo>
                    <a:lnTo>
                      <a:pt x="101693" y="0"/>
                    </a:lnTo>
                    <a:lnTo>
                      <a:pt x="157776" y="0"/>
                    </a:lnTo>
                    <a:lnTo>
                      <a:pt x="157776" y="4763"/>
                    </a:lnTo>
                    <a:lnTo>
                      <a:pt x="139018" y="11620"/>
                    </a:lnTo>
                    <a:lnTo>
                      <a:pt x="139018" y="97345"/>
                    </a:lnTo>
                    <a:cubicBezTo>
                      <a:pt x="139018" y="111728"/>
                      <a:pt x="136447" y="123444"/>
                      <a:pt x="131210" y="132397"/>
                    </a:cubicBezTo>
                    <a:cubicBezTo>
                      <a:pt x="125973" y="141351"/>
                      <a:pt x="118832" y="148018"/>
                      <a:pt x="109786" y="152305"/>
                    </a:cubicBezTo>
                    <a:cubicBezTo>
                      <a:pt x="100741" y="156591"/>
                      <a:pt x="90362" y="158686"/>
                      <a:pt x="78840" y="158686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349" name="Google Shape;2349;p46"/>
              <p:cNvGrpSpPr/>
              <p:nvPr/>
            </p:nvGrpSpPr>
            <p:grpSpPr>
              <a:xfrm>
                <a:off x="5334025" y="5104384"/>
                <a:ext cx="1102344" cy="1102714"/>
                <a:chOff x="5334025" y="5104384"/>
                <a:chExt cx="1102344" cy="1102714"/>
              </a:xfrm>
            </p:grpSpPr>
            <p:sp>
              <p:nvSpPr>
                <p:cNvPr id="2350" name="Google Shape;2350;p46"/>
                <p:cNvSpPr/>
                <p:nvPr/>
              </p:nvSpPr>
              <p:spPr>
                <a:xfrm>
                  <a:off x="5334025" y="5104384"/>
                  <a:ext cx="1102344" cy="1102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344" h="1102714" extrusionOk="0">
                      <a:moveTo>
                        <a:pt x="1072605" y="373126"/>
                      </a:moveTo>
                      <a:cubicBezTo>
                        <a:pt x="1170965" y="661162"/>
                        <a:pt x="1017378" y="974534"/>
                        <a:pt x="729344" y="1072928"/>
                      </a:cubicBezTo>
                      <a:cubicBezTo>
                        <a:pt x="441405" y="1171416"/>
                        <a:pt x="128138" y="1017683"/>
                        <a:pt x="29777" y="729551"/>
                      </a:cubicBezTo>
                      <a:cubicBezTo>
                        <a:pt x="-68678" y="441515"/>
                        <a:pt x="85004" y="128143"/>
                        <a:pt x="372943" y="29750"/>
                      </a:cubicBezTo>
                      <a:cubicBezTo>
                        <a:pt x="660882" y="-68644"/>
                        <a:pt x="974149" y="84995"/>
                        <a:pt x="1072509" y="373126"/>
                      </a:cubicBezTo>
                    </a:path>
                  </a:pathLst>
                </a:custGeom>
                <a:solidFill>
                  <a:srgbClr val="A8005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51" name="Google Shape;2351;p46"/>
                <p:cNvSpPr/>
                <p:nvPr/>
              </p:nvSpPr>
              <p:spPr>
                <a:xfrm>
                  <a:off x="5413237" y="5171948"/>
                  <a:ext cx="951211" cy="966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211" h="966216" extrusionOk="0">
                      <a:moveTo>
                        <a:pt x="951116" y="404336"/>
                      </a:moveTo>
                      <a:lnTo>
                        <a:pt x="949116" y="404908"/>
                      </a:lnTo>
                      <a:lnTo>
                        <a:pt x="941404" y="396050"/>
                      </a:lnTo>
                      <a:lnTo>
                        <a:pt x="914362" y="403193"/>
                      </a:lnTo>
                      <a:cubicBezTo>
                        <a:pt x="915028" y="404908"/>
                        <a:pt x="915695" y="406622"/>
                        <a:pt x="916266" y="408432"/>
                      </a:cubicBezTo>
                      <a:lnTo>
                        <a:pt x="911029" y="412433"/>
                      </a:lnTo>
                      <a:cubicBezTo>
                        <a:pt x="910172" y="409766"/>
                        <a:pt x="909315" y="407194"/>
                        <a:pt x="908363" y="404813"/>
                      </a:cubicBezTo>
                      <a:lnTo>
                        <a:pt x="872751" y="414242"/>
                      </a:lnTo>
                      <a:lnTo>
                        <a:pt x="870466" y="425768"/>
                      </a:lnTo>
                      <a:lnTo>
                        <a:pt x="868467" y="426339"/>
                      </a:lnTo>
                      <a:lnTo>
                        <a:pt x="859707" y="393097"/>
                      </a:lnTo>
                      <a:lnTo>
                        <a:pt x="861706" y="392525"/>
                      </a:lnTo>
                      <a:lnTo>
                        <a:pt x="869324" y="401193"/>
                      </a:lnTo>
                      <a:lnTo>
                        <a:pt x="902459" y="392430"/>
                      </a:lnTo>
                      <a:cubicBezTo>
                        <a:pt x="901698" y="391192"/>
                        <a:pt x="901031" y="389858"/>
                        <a:pt x="900269" y="388715"/>
                      </a:cubicBezTo>
                      <a:cubicBezTo>
                        <a:pt x="885225" y="365570"/>
                        <a:pt x="864944" y="360998"/>
                        <a:pt x="859421" y="360236"/>
                      </a:cubicBezTo>
                      <a:lnTo>
                        <a:pt x="858564" y="360426"/>
                      </a:lnTo>
                      <a:lnTo>
                        <a:pt x="856183" y="371666"/>
                      </a:lnTo>
                      <a:lnTo>
                        <a:pt x="854184" y="372237"/>
                      </a:lnTo>
                      <a:lnTo>
                        <a:pt x="845424" y="338995"/>
                      </a:lnTo>
                      <a:lnTo>
                        <a:pt x="847423" y="338423"/>
                      </a:lnTo>
                      <a:lnTo>
                        <a:pt x="855136" y="347282"/>
                      </a:lnTo>
                      <a:lnTo>
                        <a:pt x="923788" y="329184"/>
                      </a:lnTo>
                      <a:lnTo>
                        <a:pt x="926169" y="317754"/>
                      </a:lnTo>
                      <a:lnTo>
                        <a:pt x="928168" y="317183"/>
                      </a:lnTo>
                      <a:lnTo>
                        <a:pt x="936928" y="350425"/>
                      </a:lnTo>
                      <a:lnTo>
                        <a:pt x="934929" y="350996"/>
                      </a:lnTo>
                      <a:lnTo>
                        <a:pt x="927311" y="342424"/>
                      </a:lnTo>
                      <a:lnTo>
                        <a:pt x="871133" y="357283"/>
                      </a:lnTo>
                      <a:cubicBezTo>
                        <a:pt x="874656" y="358616"/>
                        <a:pt x="878655" y="360521"/>
                        <a:pt x="882845" y="363188"/>
                      </a:cubicBezTo>
                      <a:cubicBezTo>
                        <a:pt x="890272" y="367856"/>
                        <a:pt x="898270" y="374809"/>
                        <a:pt x="905126" y="385286"/>
                      </a:cubicBezTo>
                      <a:cubicBezTo>
                        <a:pt x="906268" y="387096"/>
                        <a:pt x="907506" y="389001"/>
                        <a:pt x="908649" y="391001"/>
                      </a:cubicBezTo>
                      <a:lnTo>
                        <a:pt x="938071" y="383191"/>
                      </a:lnTo>
                      <a:lnTo>
                        <a:pt x="940451" y="371856"/>
                      </a:lnTo>
                      <a:lnTo>
                        <a:pt x="942451" y="371285"/>
                      </a:lnTo>
                      <a:lnTo>
                        <a:pt x="951211" y="404527"/>
                      </a:lnTo>
                      <a:close/>
                      <a:moveTo>
                        <a:pt x="921693" y="539115"/>
                      </a:moveTo>
                      <a:cubicBezTo>
                        <a:pt x="913886" y="539401"/>
                        <a:pt x="907696" y="545973"/>
                        <a:pt x="907982" y="553784"/>
                      </a:cubicBezTo>
                      <a:cubicBezTo>
                        <a:pt x="908268" y="561594"/>
                        <a:pt x="914743" y="567785"/>
                        <a:pt x="922646" y="567500"/>
                      </a:cubicBezTo>
                      <a:cubicBezTo>
                        <a:pt x="930454" y="567214"/>
                        <a:pt x="936643" y="560642"/>
                        <a:pt x="936357" y="552831"/>
                      </a:cubicBezTo>
                      <a:cubicBezTo>
                        <a:pt x="936071" y="545021"/>
                        <a:pt x="929597" y="538829"/>
                        <a:pt x="921693" y="539115"/>
                      </a:cubicBezTo>
                      <a:moveTo>
                        <a:pt x="875608" y="746474"/>
                      </a:moveTo>
                      <a:lnTo>
                        <a:pt x="877322" y="747713"/>
                      </a:lnTo>
                      <a:lnTo>
                        <a:pt x="856088" y="777812"/>
                      </a:lnTo>
                      <a:lnTo>
                        <a:pt x="854374" y="776573"/>
                      </a:lnTo>
                      <a:lnTo>
                        <a:pt x="856850" y="764096"/>
                      </a:lnTo>
                      <a:lnTo>
                        <a:pt x="830189" y="745236"/>
                      </a:lnTo>
                      <a:lnTo>
                        <a:pt x="781818" y="746093"/>
                      </a:lnTo>
                      <a:lnTo>
                        <a:pt x="773439" y="750189"/>
                      </a:lnTo>
                      <a:lnTo>
                        <a:pt x="771725" y="748951"/>
                      </a:lnTo>
                      <a:lnTo>
                        <a:pt x="791054" y="721614"/>
                      </a:lnTo>
                      <a:lnTo>
                        <a:pt x="792768" y="722757"/>
                      </a:lnTo>
                      <a:lnTo>
                        <a:pt x="791150" y="733235"/>
                      </a:lnTo>
                      <a:lnTo>
                        <a:pt x="791530" y="733520"/>
                      </a:lnTo>
                      <a:lnTo>
                        <a:pt x="830284" y="732758"/>
                      </a:lnTo>
                      <a:lnTo>
                        <a:pt x="816858" y="697802"/>
                      </a:lnTo>
                      <a:lnTo>
                        <a:pt x="816478" y="697516"/>
                      </a:lnTo>
                      <a:lnTo>
                        <a:pt x="807051" y="702564"/>
                      </a:lnTo>
                      <a:lnTo>
                        <a:pt x="805337" y="701326"/>
                      </a:lnTo>
                      <a:lnTo>
                        <a:pt x="821524" y="678466"/>
                      </a:lnTo>
                      <a:lnTo>
                        <a:pt x="823238" y="679704"/>
                      </a:lnTo>
                      <a:lnTo>
                        <a:pt x="821905" y="689039"/>
                      </a:lnTo>
                      <a:lnTo>
                        <a:pt x="838092" y="733997"/>
                      </a:lnTo>
                      <a:lnTo>
                        <a:pt x="864944" y="752951"/>
                      </a:lnTo>
                      <a:lnTo>
                        <a:pt x="875894" y="746379"/>
                      </a:lnTo>
                      <a:close/>
                      <a:moveTo>
                        <a:pt x="207273" y="87440"/>
                      </a:moveTo>
                      <a:lnTo>
                        <a:pt x="245932" y="147066"/>
                      </a:lnTo>
                      <a:lnTo>
                        <a:pt x="239838" y="157163"/>
                      </a:lnTo>
                      <a:lnTo>
                        <a:pt x="240980" y="158877"/>
                      </a:lnTo>
                      <a:lnTo>
                        <a:pt x="270022" y="140018"/>
                      </a:lnTo>
                      <a:lnTo>
                        <a:pt x="268879" y="138303"/>
                      </a:lnTo>
                      <a:lnTo>
                        <a:pt x="257263" y="139637"/>
                      </a:lnTo>
                      <a:lnTo>
                        <a:pt x="218604" y="80010"/>
                      </a:lnTo>
                      <a:lnTo>
                        <a:pt x="224603" y="69914"/>
                      </a:lnTo>
                      <a:lnTo>
                        <a:pt x="223460" y="68199"/>
                      </a:lnTo>
                      <a:lnTo>
                        <a:pt x="194419" y="87058"/>
                      </a:lnTo>
                      <a:lnTo>
                        <a:pt x="195561" y="88773"/>
                      </a:lnTo>
                      <a:lnTo>
                        <a:pt x="207273" y="87344"/>
                      </a:lnTo>
                      <a:close/>
                      <a:moveTo>
                        <a:pt x="327343" y="23050"/>
                      </a:moveTo>
                      <a:lnTo>
                        <a:pt x="326867" y="21050"/>
                      </a:lnTo>
                      <a:lnTo>
                        <a:pt x="361812" y="12763"/>
                      </a:lnTo>
                      <a:lnTo>
                        <a:pt x="362288" y="14764"/>
                      </a:lnTo>
                      <a:lnTo>
                        <a:pt x="352004" y="22574"/>
                      </a:lnTo>
                      <a:lnTo>
                        <a:pt x="368477" y="91821"/>
                      </a:lnTo>
                      <a:lnTo>
                        <a:pt x="398376" y="84677"/>
                      </a:lnTo>
                      <a:lnTo>
                        <a:pt x="402184" y="60865"/>
                      </a:lnTo>
                      <a:lnTo>
                        <a:pt x="404184" y="60388"/>
                      </a:lnTo>
                      <a:lnTo>
                        <a:pt x="410944" y="89059"/>
                      </a:lnTo>
                      <a:lnTo>
                        <a:pt x="346577" y="104394"/>
                      </a:lnTo>
                      <a:lnTo>
                        <a:pt x="346101" y="102394"/>
                      </a:lnTo>
                      <a:lnTo>
                        <a:pt x="355147" y="94869"/>
                      </a:lnTo>
                      <a:lnTo>
                        <a:pt x="338674" y="25718"/>
                      </a:lnTo>
                      <a:lnTo>
                        <a:pt x="327248" y="23050"/>
                      </a:lnTo>
                      <a:close/>
                      <a:moveTo>
                        <a:pt x="383807" y="953072"/>
                      </a:moveTo>
                      <a:lnTo>
                        <a:pt x="353909" y="946023"/>
                      </a:lnTo>
                      <a:lnTo>
                        <a:pt x="370191" y="876681"/>
                      </a:lnTo>
                      <a:lnTo>
                        <a:pt x="382855" y="874300"/>
                      </a:lnTo>
                      <a:lnTo>
                        <a:pt x="383331" y="872300"/>
                      </a:lnTo>
                      <a:lnTo>
                        <a:pt x="348386" y="864108"/>
                      </a:lnTo>
                      <a:lnTo>
                        <a:pt x="347910" y="866108"/>
                      </a:lnTo>
                      <a:lnTo>
                        <a:pt x="356956" y="873538"/>
                      </a:lnTo>
                      <a:lnTo>
                        <a:pt x="340769" y="942785"/>
                      </a:lnTo>
                      <a:lnTo>
                        <a:pt x="329343" y="945452"/>
                      </a:lnTo>
                      <a:lnTo>
                        <a:pt x="328866" y="947452"/>
                      </a:lnTo>
                      <a:lnTo>
                        <a:pt x="393234" y="962501"/>
                      </a:lnTo>
                      <a:lnTo>
                        <a:pt x="399994" y="933831"/>
                      </a:lnTo>
                      <a:lnTo>
                        <a:pt x="397995" y="933355"/>
                      </a:lnTo>
                      <a:lnTo>
                        <a:pt x="383902" y="952976"/>
                      </a:lnTo>
                      <a:close/>
                      <a:moveTo>
                        <a:pt x="602047" y="865251"/>
                      </a:moveTo>
                      <a:lnTo>
                        <a:pt x="602428" y="867251"/>
                      </a:lnTo>
                      <a:lnTo>
                        <a:pt x="594715" y="873347"/>
                      </a:lnTo>
                      <a:lnTo>
                        <a:pt x="584527" y="955929"/>
                      </a:lnTo>
                      <a:lnTo>
                        <a:pt x="579290" y="956882"/>
                      </a:lnTo>
                      <a:lnTo>
                        <a:pt x="545487" y="899732"/>
                      </a:lnTo>
                      <a:lnTo>
                        <a:pt x="544630" y="899922"/>
                      </a:lnTo>
                      <a:lnTo>
                        <a:pt x="532252" y="965264"/>
                      </a:lnTo>
                      <a:lnTo>
                        <a:pt x="527110" y="966216"/>
                      </a:lnTo>
                      <a:lnTo>
                        <a:pt x="489499" y="892207"/>
                      </a:lnTo>
                      <a:lnTo>
                        <a:pt x="478930" y="889159"/>
                      </a:lnTo>
                      <a:lnTo>
                        <a:pt x="478549" y="887159"/>
                      </a:lnTo>
                      <a:lnTo>
                        <a:pt x="512923" y="881063"/>
                      </a:lnTo>
                      <a:lnTo>
                        <a:pt x="513304" y="883063"/>
                      </a:lnTo>
                      <a:lnTo>
                        <a:pt x="503306" y="889730"/>
                      </a:lnTo>
                      <a:lnTo>
                        <a:pt x="528443" y="940880"/>
                      </a:lnTo>
                      <a:lnTo>
                        <a:pt x="529205" y="940880"/>
                      </a:lnTo>
                      <a:cubicBezTo>
                        <a:pt x="529205" y="940880"/>
                        <a:pt x="540441" y="875538"/>
                        <a:pt x="540441" y="875538"/>
                      </a:cubicBezTo>
                      <a:lnTo>
                        <a:pt x="545773" y="874586"/>
                      </a:lnTo>
                      <a:lnTo>
                        <a:pt x="579099" y="931926"/>
                      </a:lnTo>
                      <a:lnTo>
                        <a:pt x="579861" y="931926"/>
                      </a:lnTo>
                      <a:cubicBezTo>
                        <a:pt x="579861" y="931926"/>
                        <a:pt x="585764" y="875252"/>
                        <a:pt x="585764" y="875252"/>
                      </a:cubicBezTo>
                      <a:lnTo>
                        <a:pt x="574053" y="872300"/>
                      </a:lnTo>
                      <a:lnTo>
                        <a:pt x="573672" y="870204"/>
                      </a:lnTo>
                      <a:lnTo>
                        <a:pt x="602047" y="865156"/>
                      </a:lnTo>
                      <a:close/>
                      <a:moveTo>
                        <a:pt x="226983" y="850392"/>
                      </a:moveTo>
                      <a:cubicBezTo>
                        <a:pt x="215271" y="847058"/>
                        <a:pt x="204893" y="846963"/>
                        <a:pt x="196418" y="848297"/>
                      </a:cubicBezTo>
                      <a:lnTo>
                        <a:pt x="196418" y="848297"/>
                      </a:lnTo>
                      <a:lnTo>
                        <a:pt x="232696" y="824484"/>
                      </a:lnTo>
                      <a:lnTo>
                        <a:pt x="226983" y="850392"/>
                      </a:lnTo>
                      <a:close/>
                      <a:moveTo>
                        <a:pt x="239266" y="854869"/>
                      </a:moveTo>
                      <a:lnTo>
                        <a:pt x="248217" y="813245"/>
                      </a:lnTo>
                      <a:lnTo>
                        <a:pt x="242313" y="809149"/>
                      </a:lnTo>
                      <a:lnTo>
                        <a:pt x="169091" y="856202"/>
                      </a:lnTo>
                      <a:lnTo>
                        <a:pt x="159855" y="855059"/>
                      </a:lnTo>
                      <a:lnTo>
                        <a:pt x="158712" y="856774"/>
                      </a:lnTo>
                      <a:lnTo>
                        <a:pt x="181850" y="872776"/>
                      </a:lnTo>
                      <a:lnTo>
                        <a:pt x="182993" y="871061"/>
                      </a:lnTo>
                      <a:lnTo>
                        <a:pt x="176613" y="861346"/>
                      </a:lnTo>
                      <a:cubicBezTo>
                        <a:pt x="180041" y="859060"/>
                        <a:pt x="198513" y="848106"/>
                        <a:pt x="225650" y="856107"/>
                      </a:cubicBezTo>
                      <a:lnTo>
                        <a:pt x="218223" y="889826"/>
                      </a:lnTo>
                      <a:lnTo>
                        <a:pt x="206226" y="887063"/>
                      </a:lnTo>
                      <a:lnTo>
                        <a:pt x="205083" y="888778"/>
                      </a:lnTo>
                      <a:lnTo>
                        <a:pt x="233363" y="908304"/>
                      </a:lnTo>
                      <a:lnTo>
                        <a:pt x="234505" y="906590"/>
                      </a:lnTo>
                      <a:lnTo>
                        <a:pt x="230030" y="897731"/>
                      </a:lnTo>
                      <a:lnTo>
                        <a:pt x="237933" y="860774"/>
                      </a:lnTo>
                      <a:lnTo>
                        <a:pt x="237933" y="860774"/>
                      </a:lnTo>
                      <a:cubicBezTo>
                        <a:pt x="241456" y="862394"/>
                        <a:pt x="245075" y="864394"/>
                        <a:pt x="248788" y="866775"/>
                      </a:cubicBezTo>
                      <a:lnTo>
                        <a:pt x="250121" y="860489"/>
                      </a:lnTo>
                      <a:cubicBezTo>
                        <a:pt x="246408" y="858203"/>
                        <a:pt x="242789" y="856298"/>
                        <a:pt x="239266" y="854774"/>
                      </a:cubicBezTo>
                      <a:cubicBezTo>
                        <a:pt x="239266" y="854774"/>
                        <a:pt x="239266" y="854774"/>
                        <a:pt x="239266" y="854774"/>
                      </a:cubicBezTo>
                      <a:moveTo>
                        <a:pt x="51782" y="552069"/>
                      </a:moveTo>
                      <a:cubicBezTo>
                        <a:pt x="52068" y="559594"/>
                        <a:pt x="46069" y="565880"/>
                        <a:pt x="38547" y="566166"/>
                      </a:cubicBezTo>
                      <a:cubicBezTo>
                        <a:pt x="31025" y="566452"/>
                        <a:pt x="24740" y="560451"/>
                        <a:pt x="24455" y="552926"/>
                      </a:cubicBezTo>
                      <a:cubicBezTo>
                        <a:pt x="24169" y="545402"/>
                        <a:pt x="30168" y="539115"/>
                        <a:pt x="37690" y="538829"/>
                      </a:cubicBezTo>
                      <a:cubicBezTo>
                        <a:pt x="45212" y="538544"/>
                        <a:pt x="51496" y="544544"/>
                        <a:pt x="51782" y="552069"/>
                      </a:cubicBezTo>
                      <a:moveTo>
                        <a:pt x="79110" y="406051"/>
                      </a:moveTo>
                      <a:cubicBezTo>
                        <a:pt x="82347" y="401384"/>
                        <a:pt x="84728" y="395954"/>
                        <a:pt x="86156" y="389953"/>
                      </a:cubicBezTo>
                      <a:cubicBezTo>
                        <a:pt x="87013" y="386334"/>
                        <a:pt x="87489" y="382524"/>
                        <a:pt x="87489" y="378428"/>
                      </a:cubicBezTo>
                      <a:cubicBezTo>
                        <a:pt x="87489" y="374333"/>
                        <a:pt x="87203" y="370332"/>
                        <a:pt x="86441" y="366427"/>
                      </a:cubicBezTo>
                      <a:cubicBezTo>
                        <a:pt x="85680" y="362522"/>
                        <a:pt x="84537" y="358997"/>
                        <a:pt x="83014" y="356045"/>
                      </a:cubicBezTo>
                      <a:lnTo>
                        <a:pt x="63113" y="351282"/>
                      </a:lnTo>
                      <a:lnTo>
                        <a:pt x="59685" y="341186"/>
                      </a:lnTo>
                      <a:lnTo>
                        <a:pt x="57686" y="340709"/>
                      </a:lnTo>
                      <a:lnTo>
                        <a:pt x="49783" y="374047"/>
                      </a:lnTo>
                      <a:lnTo>
                        <a:pt x="51782" y="374523"/>
                      </a:lnTo>
                      <a:lnTo>
                        <a:pt x="59590" y="364522"/>
                      </a:lnTo>
                      <a:lnTo>
                        <a:pt x="81204" y="369665"/>
                      </a:lnTo>
                      <a:cubicBezTo>
                        <a:pt x="81490" y="372332"/>
                        <a:pt x="81490" y="374809"/>
                        <a:pt x="81204" y="377285"/>
                      </a:cubicBezTo>
                      <a:cubicBezTo>
                        <a:pt x="80919" y="379762"/>
                        <a:pt x="80538" y="382238"/>
                        <a:pt x="79967" y="384620"/>
                      </a:cubicBezTo>
                      <a:cubicBezTo>
                        <a:pt x="78538" y="390811"/>
                        <a:pt x="75682" y="395954"/>
                        <a:pt x="71397" y="400145"/>
                      </a:cubicBezTo>
                      <a:cubicBezTo>
                        <a:pt x="67207" y="404336"/>
                        <a:pt x="61780" y="407194"/>
                        <a:pt x="55305" y="408813"/>
                      </a:cubicBezTo>
                      <a:cubicBezTo>
                        <a:pt x="48830" y="410432"/>
                        <a:pt x="41499" y="410242"/>
                        <a:pt x="33310" y="408242"/>
                      </a:cubicBezTo>
                      <a:cubicBezTo>
                        <a:pt x="26835" y="406718"/>
                        <a:pt x="21408" y="403955"/>
                        <a:pt x="17028" y="399955"/>
                      </a:cubicBezTo>
                      <a:cubicBezTo>
                        <a:pt x="12648" y="395954"/>
                        <a:pt x="9601" y="391192"/>
                        <a:pt x="7887" y="385667"/>
                      </a:cubicBezTo>
                      <a:cubicBezTo>
                        <a:pt x="6173" y="380143"/>
                        <a:pt x="6078" y="374237"/>
                        <a:pt x="7506" y="367951"/>
                      </a:cubicBezTo>
                      <a:cubicBezTo>
                        <a:pt x="8268" y="364808"/>
                        <a:pt x="9315" y="362236"/>
                        <a:pt x="10743" y="360045"/>
                      </a:cubicBezTo>
                      <a:cubicBezTo>
                        <a:pt x="12171" y="357854"/>
                        <a:pt x="14361" y="355378"/>
                        <a:pt x="17313" y="352616"/>
                      </a:cubicBezTo>
                      <a:lnTo>
                        <a:pt x="34643" y="347091"/>
                      </a:lnTo>
                      <a:lnTo>
                        <a:pt x="35119" y="345091"/>
                      </a:lnTo>
                      <a:lnTo>
                        <a:pt x="13695" y="340804"/>
                      </a:lnTo>
                      <a:cubicBezTo>
                        <a:pt x="11981" y="342900"/>
                        <a:pt x="10362" y="345091"/>
                        <a:pt x="8839" y="347282"/>
                      </a:cubicBezTo>
                      <a:cubicBezTo>
                        <a:pt x="7315" y="349568"/>
                        <a:pt x="5982" y="352139"/>
                        <a:pt x="4744" y="355187"/>
                      </a:cubicBezTo>
                      <a:cubicBezTo>
                        <a:pt x="3507" y="358140"/>
                        <a:pt x="2364" y="361950"/>
                        <a:pt x="1317" y="366332"/>
                      </a:cubicBezTo>
                      <a:cubicBezTo>
                        <a:pt x="-112" y="372523"/>
                        <a:pt x="-397" y="378714"/>
                        <a:pt x="555" y="384715"/>
                      </a:cubicBezTo>
                      <a:cubicBezTo>
                        <a:pt x="1507" y="390716"/>
                        <a:pt x="3507" y="396240"/>
                        <a:pt x="6554" y="401479"/>
                      </a:cubicBezTo>
                      <a:cubicBezTo>
                        <a:pt x="9601" y="406622"/>
                        <a:pt x="13600" y="411099"/>
                        <a:pt x="18551" y="414814"/>
                      </a:cubicBezTo>
                      <a:cubicBezTo>
                        <a:pt x="23407" y="418528"/>
                        <a:pt x="29120" y="421100"/>
                        <a:pt x="35595" y="422624"/>
                      </a:cubicBezTo>
                      <a:cubicBezTo>
                        <a:pt x="41499" y="424053"/>
                        <a:pt x="47116" y="424244"/>
                        <a:pt x="52639" y="423291"/>
                      </a:cubicBezTo>
                      <a:cubicBezTo>
                        <a:pt x="58067" y="422339"/>
                        <a:pt x="63113" y="420338"/>
                        <a:pt x="67684" y="417481"/>
                      </a:cubicBezTo>
                      <a:cubicBezTo>
                        <a:pt x="72254" y="414528"/>
                        <a:pt x="76158" y="410718"/>
                        <a:pt x="79395" y="406051"/>
                      </a:cubicBezTo>
                      <a:moveTo>
                        <a:pt x="150714" y="724090"/>
                      </a:moveTo>
                      <a:cubicBezTo>
                        <a:pt x="151285" y="726758"/>
                        <a:pt x="151761" y="729425"/>
                        <a:pt x="152047" y="732092"/>
                      </a:cubicBezTo>
                      <a:lnTo>
                        <a:pt x="134241" y="744665"/>
                      </a:lnTo>
                      <a:lnTo>
                        <a:pt x="133098" y="742950"/>
                      </a:lnTo>
                      <a:lnTo>
                        <a:pt x="141001" y="726662"/>
                      </a:lnTo>
                      <a:cubicBezTo>
                        <a:pt x="141001" y="722567"/>
                        <a:pt x="140811" y="719328"/>
                        <a:pt x="140144" y="716852"/>
                      </a:cubicBezTo>
                      <a:cubicBezTo>
                        <a:pt x="139573" y="714375"/>
                        <a:pt x="138335" y="711708"/>
                        <a:pt x="136621" y="709041"/>
                      </a:cubicBezTo>
                      <a:cubicBezTo>
                        <a:pt x="133098" y="703707"/>
                        <a:pt x="128813" y="699707"/>
                        <a:pt x="123576" y="697135"/>
                      </a:cubicBezTo>
                      <a:cubicBezTo>
                        <a:pt x="118339" y="694563"/>
                        <a:pt x="112817" y="693420"/>
                        <a:pt x="106913" y="693896"/>
                      </a:cubicBezTo>
                      <a:cubicBezTo>
                        <a:pt x="101010" y="694373"/>
                        <a:pt x="95297" y="696373"/>
                        <a:pt x="89679" y="699992"/>
                      </a:cubicBezTo>
                      <a:cubicBezTo>
                        <a:pt x="82633" y="704564"/>
                        <a:pt x="77491" y="709803"/>
                        <a:pt x="74158" y="715518"/>
                      </a:cubicBezTo>
                      <a:cubicBezTo>
                        <a:pt x="70826" y="721328"/>
                        <a:pt x="69207" y="727234"/>
                        <a:pt x="69302" y="733139"/>
                      </a:cubicBezTo>
                      <a:cubicBezTo>
                        <a:pt x="69397" y="739140"/>
                        <a:pt x="71207" y="744760"/>
                        <a:pt x="74634" y="749999"/>
                      </a:cubicBezTo>
                      <a:cubicBezTo>
                        <a:pt x="75967" y="752094"/>
                        <a:pt x="77491" y="754094"/>
                        <a:pt x="79110" y="755999"/>
                      </a:cubicBezTo>
                      <a:cubicBezTo>
                        <a:pt x="80728" y="757904"/>
                        <a:pt x="82538" y="759714"/>
                        <a:pt x="84632" y="761333"/>
                      </a:cubicBezTo>
                      <a:lnTo>
                        <a:pt x="103200" y="749237"/>
                      </a:lnTo>
                      <a:lnTo>
                        <a:pt x="101391" y="736664"/>
                      </a:lnTo>
                      <a:lnTo>
                        <a:pt x="103105" y="735521"/>
                      </a:lnTo>
                      <a:lnTo>
                        <a:pt x="121767" y="764191"/>
                      </a:lnTo>
                      <a:lnTo>
                        <a:pt x="120053" y="765334"/>
                      </a:lnTo>
                      <a:lnTo>
                        <a:pt x="110341" y="760857"/>
                      </a:lnTo>
                      <a:lnTo>
                        <a:pt x="93202" y="772001"/>
                      </a:lnTo>
                      <a:cubicBezTo>
                        <a:pt x="89869" y="771049"/>
                        <a:pt x="86632" y="769525"/>
                        <a:pt x="83299" y="767334"/>
                      </a:cubicBezTo>
                      <a:cubicBezTo>
                        <a:pt x="79967" y="765143"/>
                        <a:pt x="76824" y="762667"/>
                        <a:pt x="73873" y="759809"/>
                      </a:cubicBezTo>
                      <a:cubicBezTo>
                        <a:pt x="70921" y="756952"/>
                        <a:pt x="68445" y="753999"/>
                        <a:pt x="66446" y="750856"/>
                      </a:cubicBezTo>
                      <a:cubicBezTo>
                        <a:pt x="63018" y="745617"/>
                        <a:pt x="60733" y="740188"/>
                        <a:pt x="59590" y="734663"/>
                      </a:cubicBezTo>
                      <a:cubicBezTo>
                        <a:pt x="58447" y="729044"/>
                        <a:pt x="58352" y="723614"/>
                        <a:pt x="59400" y="718280"/>
                      </a:cubicBezTo>
                      <a:cubicBezTo>
                        <a:pt x="60447" y="712946"/>
                        <a:pt x="62447" y="707993"/>
                        <a:pt x="65589" y="703326"/>
                      </a:cubicBezTo>
                      <a:cubicBezTo>
                        <a:pt x="68636" y="698659"/>
                        <a:pt x="72730" y="694754"/>
                        <a:pt x="77777" y="691420"/>
                      </a:cubicBezTo>
                      <a:cubicBezTo>
                        <a:pt x="83299" y="687800"/>
                        <a:pt x="89203" y="685514"/>
                        <a:pt x="95202" y="684467"/>
                      </a:cubicBezTo>
                      <a:cubicBezTo>
                        <a:pt x="101295" y="683514"/>
                        <a:pt x="107199" y="683609"/>
                        <a:pt x="113103" y="684943"/>
                      </a:cubicBezTo>
                      <a:cubicBezTo>
                        <a:pt x="119006" y="686276"/>
                        <a:pt x="124433" y="688658"/>
                        <a:pt x="129385" y="692182"/>
                      </a:cubicBezTo>
                      <a:cubicBezTo>
                        <a:pt x="134336" y="695611"/>
                        <a:pt x="138621" y="700088"/>
                        <a:pt x="142049" y="705422"/>
                      </a:cubicBezTo>
                      <a:cubicBezTo>
                        <a:pt x="144524" y="709232"/>
                        <a:pt x="146429" y="712661"/>
                        <a:pt x="147762" y="715613"/>
                      </a:cubicBezTo>
                      <a:cubicBezTo>
                        <a:pt x="149095" y="718566"/>
                        <a:pt x="150047" y="721424"/>
                        <a:pt x="150618" y="724090"/>
                      </a:cubicBezTo>
                      <a:moveTo>
                        <a:pt x="708596" y="873347"/>
                      </a:moveTo>
                      <a:lnTo>
                        <a:pt x="708596" y="873347"/>
                      </a:lnTo>
                      <a:cubicBezTo>
                        <a:pt x="708596" y="873347"/>
                        <a:pt x="699645" y="830866"/>
                        <a:pt x="699645" y="830866"/>
                      </a:cubicBezTo>
                      <a:lnTo>
                        <a:pt x="721736" y="845630"/>
                      </a:lnTo>
                      <a:cubicBezTo>
                        <a:pt x="714309" y="855345"/>
                        <a:pt x="710500" y="864965"/>
                        <a:pt x="708691" y="873347"/>
                      </a:cubicBezTo>
                      <a:moveTo>
                        <a:pt x="767155" y="860108"/>
                      </a:moveTo>
                      <a:lnTo>
                        <a:pt x="735638" y="839248"/>
                      </a:lnTo>
                      <a:cubicBezTo>
                        <a:pt x="738399" y="836581"/>
                        <a:pt x="741636" y="833914"/>
                        <a:pt x="745159" y="831342"/>
                      </a:cubicBezTo>
                      <a:lnTo>
                        <a:pt x="739827" y="827818"/>
                      </a:lnTo>
                      <a:cubicBezTo>
                        <a:pt x="736399" y="830485"/>
                        <a:pt x="733257" y="833152"/>
                        <a:pt x="730496" y="835914"/>
                      </a:cubicBezTo>
                      <a:cubicBezTo>
                        <a:pt x="730496" y="835914"/>
                        <a:pt x="730496" y="835914"/>
                        <a:pt x="730496" y="835914"/>
                      </a:cubicBezTo>
                      <a:lnTo>
                        <a:pt x="694979" y="812483"/>
                      </a:lnTo>
                      <a:lnTo>
                        <a:pt x="689076" y="816483"/>
                      </a:lnTo>
                      <a:lnTo>
                        <a:pt x="706310" y="901827"/>
                      </a:lnTo>
                      <a:lnTo>
                        <a:pt x="701930" y="910019"/>
                      </a:lnTo>
                      <a:lnTo>
                        <a:pt x="703073" y="911733"/>
                      </a:lnTo>
                      <a:lnTo>
                        <a:pt x="726401" y="895922"/>
                      </a:lnTo>
                      <a:lnTo>
                        <a:pt x="725259" y="894207"/>
                      </a:lnTo>
                      <a:lnTo>
                        <a:pt x="713928" y="896588"/>
                      </a:lnTo>
                      <a:cubicBezTo>
                        <a:pt x="713071" y="892588"/>
                        <a:pt x="709548" y="871442"/>
                        <a:pt x="726878" y="848963"/>
                      </a:cubicBezTo>
                      <a:lnTo>
                        <a:pt x="755538" y="868204"/>
                      </a:lnTo>
                      <a:lnTo>
                        <a:pt x="748587" y="878396"/>
                      </a:lnTo>
                      <a:lnTo>
                        <a:pt x="749730" y="880110"/>
                      </a:lnTo>
                      <a:lnTo>
                        <a:pt x="778200" y="860774"/>
                      </a:lnTo>
                      <a:lnTo>
                        <a:pt x="777057" y="859060"/>
                      </a:lnTo>
                      <a:lnTo>
                        <a:pt x="767155" y="860012"/>
                      </a:lnTo>
                      <a:close/>
                      <a:moveTo>
                        <a:pt x="121006" y="214503"/>
                      </a:moveTo>
                      <a:lnTo>
                        <a:pt x="95392" y="207740"/>
                      </a:lnTo>
                      <a:lnTo>
                        <a:pt x="117673" y="244983"/>
                      </a:lnTo>
                      <a:cubicBezTo>
                        <a:pt x="117673" y="244983"/>
                        <a:pt x="117673" y="244983"/>
                        <a:pt x="117673" y="244983"/>
                      </a:cubicBezTo>
                      <a:cubicBezTo>
                        <a:pt x="116721" y="236506"/>
                        <a:pt x="117197" y="226124"/>
                        <a:pt x="121006" y="214503"/>
                      </a:cubicBezTo>
                      <a:moveTo>
                        <a:pt x="124529" y="272606"/>
                      </a:moveTo>
                      <a:lnTo>
                        <a:pt x="80443" y="197549"/>
                      </a:lnTo>
                      <a:lnTo>
                        <a:pt x="84728" y="191833"/>
                      </a:lnTo>
                      <a:lnTo>
                        <a:pt x="125862" y="202406"/>
                      </a:lnTo>
                      <a:cubicBezTo>
                        <a:pt x="125862" y="202406"/>
                        <a:pt x="125862" y="202406"/>
                        <a:pt x="125862" y="202406"/>
                      </a:cubicBezTo>
                      <a:cubicBezTo>
                        <a:pt x="127576" y="198977"/>
                        <a:pt x="129670" y="195453"/>
                        <a:pt x="132051" y="191738"/>
                      </a:cubicBezTo>
                      <a:lnTo>
                        <a:pt x="138240" y="193358"/>
                      </a:lnTo>
                      <a:cubicBezTo>
                        <a:pt x="135764" y="196977"/>
                        <a:pt x="133574" y="200501"/>
                        <a:pt x="131860" y="203930"/>
                      </a:cubicBezTo>
                      <a:lnTo>
                        <a:pt x="168519" y="213360"/>
                      </a:lnTo>
                      <a:lnTo>
                        <a:pt x="177470" y="209169"/>
                      </a:lnTo>
                      <a:lnTo>
                        <a:pt x="179184" y="210407"/>
                      </a:lnTo>
                      <a:lnTo>
                        <a:pt x="158521" y="237934"/>
                      </a:lnTo>
                      <a:lnTo>
                        <a:pt x="156808" y="236696"/>
                      </a:lnTo>
                      <a:lnTo>
                        <a:pt x="160045" y="224790"/>
                      </a:lnTo>
                      <a:lnTo>
                        <a:pt x="126623" y="216027"/>
                      </a:lnTo>
                      <a:lnTo>
                        <a:pt x="126623" y="216027"/>
                      </a:lnTo>
                      <a:cubicBezTo>
                        <a:pt x="117673" y="242792"/>
                        <a:pt x="127766" y="261747"/>
                        <a:pt x="129956" y="265271"/>
                      </a:cubicBezTo>
                      <a:lnTo>
                        <a:pt x="139859" y="259271"/>
                      </a:lnTo>
                      <a:lnTo>
                        <a:pt x="141477" y="260509"/>
                      </a:lnTo>
                      <a:lnTo>
                        <a:pt x="124529" y="282988"/>
                      </a:lnTo>
                      <a:lnTo>
                        <a:pt x="122815" y="281750"/>
                      </a:lnTo>
                      <a:lnTo>
                        <a:pt x="124338" y="272606"/>
                      </a:lnTo>
                      <a:close/>
                      <a:moveTo>
                        <a:pt x="754110" y="199168"/>
                      </a:moveTo>
                      <a:lnTo>
                        <a:pt x="750587" y="187643"/>
                      </a:lnTo>
                      <a:lnTo>
                        <a:pt x="802005" y="163735"/>
                      </a:lnTo>
                      <a:lnTo>
                        <a:pt x="802481" y="164306"/>
                      </a:lnTo>
                      <a:lnTo>
                        <a:pt x="770487" y="222314"/>
                      </a:lnTo>
                      <a:lnTo>
                        <a:pt x="774010" y="226409"/>
                      </a:lnTo>
                      <a:lnTo>
                        <a:pt x="835616" y="202502"/>
                      </a:lnTo>
                      <a:lnTo>
                        <a:pt x="836092" y="203073"/>
                      </a:lnTo>
                      <a:lnTo>
                        <a:pt x="805147" y="250889"/>
                      </a:lnTo>
                      <a:lnTo>
                        <a:pt x="794292" y="245745"/>
                      </a:lnTo>
                      <a:lnTo>
                        <a:pt x="792768" y="247078"/>
                      </a:lnTo>
                      <a:lnTo>
                        <a:pt x="815621" y="273368"/>
                      </a:lnTo>
                      <a:lnTo>
                        <a:pt x="817239" y="272034"/>
                      </a:lnTo>
                      <a:lnTo>
                        <a:pt x="814383" y="261461"/>
                      </a:lnTo>
                      <a:lnTo>
                        <a:pt x="858469" y="191262"/>
                      </a:lnTo>
                      <a:lnTo>
                        <a:pt x="855041" y="187357"/>
                      </a:lnTo>
                      <a:lnTo>
                        <a:pt x="792768" y="210217"/>
                      </a:lnTo>
                      <a:lnTo>
                        <a:pt x="792197" y="209550"/>
                      </a:lnTo>
                      <a:lnTo>
                        <a:pt x="823809" y="151257"/>
                      </a:lnTo>
                      <a:lnTo>
                        <a:pt x="820286" y="147257"/>
                      </a:lnTo>
                      <a:lnTo>
                        <a:pt x="744398" y="180975"/>
                      </a:lnTo>
                      <a:lnTo>
                        <a:pt x="735161" y="177451"/>
                      </a:lnTo>
                      <a:lnTo>
                        <a:pt x="733543" y="178784"/>
                      </a:lnTo>
                      <a:lnTo>
                        <a:pt x="752396" y="200501"/>
                      </a:lnTo>
                      <a:lnTo>
                        <a:pt x="753919" y="199168"/>
                      </a:lnTo>
                      <a:close/>
                      <a:moveTo>
                        <a:pt x="669366" y="137636"/>
                      </a:moveTo>
                      <a:lnTo>
                        <a:pt x="638515" y="121825"/>
                      </a:lnTo>
                      <a:lnTo>
                        <a:pt x="639467" y="120015"/>
                      </a:lnTo>
                      <a:lnTo>
                        <a:pt x="651274" y="120301"/>
                      </a:lnTo>
                      <a:lnTo>
                        <a:pt x="683744" y="57055"/>
                      </a:lnTo>
                      <a:lnTo>
                        <a:pt x="676698" y="47530"/>
                      </a:lnTo>
                      <a:lnTo>
                        <a:pt x="677650" y="45720"/>
                      </a:lnTo>
                      <a:lnTo>
                        <a:pt x="708405" y="61531"/>
                      </a:lnTo>
                      <a:lnTo>
                        <a:pt x="707453" y="63341"/>
                      </a:lnTo>
                      <a:lnTo>
                        <a:pt x="695741" y="63151"/>
                      </a:lnTo>
                      <a:lnTo>
                        <a:pt x="663272" y="126397"/>
                      </a:lnTo>
                      <a:lnTo>
                        <a:pt x="670223" y="135827"/>
                      </a:lnTo>
                      <a:lnTo>
                        <a:pt x="669271" y="137636"/>
                      </a:lnTo>
                      <a:close/>
                      <a:moveTo>
                        <a:pt x="563007" y="64770"/>
                      </a:moveTo>
                      <a:lnTo>
                        <a:pt x="560913" y="64484"/>
                      </a:lnTo>
                      <a:lnTo>
                        <a:pt x="548725" y="85344"/>
                      </a:lnTo>
                      <a:lnTo>
                        <a:pt x="518255" y="81153"/>
                      </a:lnTo>
                      <a:lnTo>
                        <a:pt x="528062" y="10573"/>
                      </a:lnTo>
                      <a:lnTo>
                        <a:pt x="540441" y="7049"/>
                      </a:lnTo>
                      <a:lnTo>
                        <a:pt x="540726" y="4953"/>
                      </a:lnTo>
                      <a:lnTo>
                        <a:pt x="505115" y="0"/>
                      </a:lnTo>
                      <a:lnTo>
                        <a:pt x="504829" y="2095"/>
                      </a:lnTo>
                      <a:lnTo>
                        <a:pt x="514541" y="8668"/>
                      </a:lnTo>
                      <a:lnTo>
                        <a:pt x="504734" y="79058"/>
                      </a:lnTo>
                      <a:lnTo>
                        <a:pt x="493593" y="82772"/>
                      </a:lnTo>
                      <a:lnTo>
                        <a:pt x="493308" y="84868"/>
                      </a:lnTo>
                      <a:lnTo>
                        <a:pt x="558818" y="94012"/>
                      </a:lnTo>
                      <a:lnTo>
                        <a:pt x="562912" y="648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52" name="Google Shape;2352;p46"/>
                <p:cNvSpPr/>
                <p:nvPr/>
              </p:nvSpPr>
              <p:spPr>
                <a:xfrm>
                  <a:off x="5566141" y="5334634"/>
                  <a:ext cx="304887" cy="282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87" h="282702" extrusionOk="0">
                      <a:moveTo>
                        <a:pt x="100645" y="102584"/>
                      </a:moveTo>
                      <a:cubicBezTo>
                        <a:pt x="155300" y="47911"/>
                        <a:pt x="226904" y="16193"/>
                        <a:pt x="303555" y="12478"/>
                      </a:cubicBezTo>
                      <a:cubicBezTo>
                        <a:pt x="304031" y="8763"/>
                        <a:pt x="304507" y="4572"/>
                        <a:pt x="304888" y="0"/>
                      </a:cubicBezTo>
                      <a:cubicBezTo>
                        <a:pt x="146826" y="6858"/>
                        <a:pt x="18377" y="127826"/>
                        <a:pt x="0" y="282702"/>
                      </a:cubicBezTo>
                      <a:lnTo>
                        <a:pt x="12569" y="282702"/>
                      </a:lnTo>
                      <a:cubicBezTo>
                        <a:pt x="20948" y="214693"/>
                        <a:pt x="51513" y="151829"/>
                        <a:pt x="100645" y="102584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53" name="Google Shape;2353;p46"/>
                <p:cNvSpPr/>
                <p:nvPr/>
              </p:nvSpPr>
              <p:spPr>
                <a:xfrm>
                  <a:off x="5563760" y="5632100"/>
                  <a:ext cx="107215" cy="3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15" h="32575" extrusionOk="0">
                      <a:moveTo>
                        <a:pt x="107215" y="0"/>
                      </a:moveTo>
                      <a:lnTo>
                        <a:pt x="857" y="0"/>
                      </a:lnTo>
                      <a:cubicBezTo>
                        <a:pt x="286" y="7810"/>
                        <a:pt x="0" y="15621"/>
                        <a:pt x="0" y="23622"/>
                      </a:cubicBezTo>
                      <a:cubicBezTo>
                        <a:pt x="0" y="26575"/>
                        <a:pt x="0" y="29527"/>
                        <a:pt x="95" y="32575"/>
                      </a:cubicBezTo>
                      <a:lnTo>
                        <a:pt x="107120" y="32575"/>
                      </a:lnTo>
                      <a:lnTo>
                        <a:pt x="107120" y="9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54" name="Google Shape;2354;p46"/>
                <p:cNvSpPr/>
                <p:nvPr/>
              </p:nvSpPr>
              <p:spPr>
                <a:xfrm>
                  <a:off x="5825991" y="5334349"/>
                  <a:ext cx="118736" cy="977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36" h="97726" extrusionOk="0">
                      <a:moveTo>
                        <a:pt x="0" y="97727"/>
                      </a:moveTo>
                      <a:lnTo>
                        <a:pt x="29232" y="87058"/>
                      </a:lnTo>
                      <a:lnTo>
                        <a:pt x="89505" y="87058"/>
                      </a:lnTo>
                      <a:lnTo>
                        <a:pt x="118737" y="97727"/>
                      </a:lnTo>
                      <a:cubicBezTo>
                        <a:pt x="112643" y="70104"/>
                        <a:pt x="92457" y="69056"/>
                        <a:pt x="75032" y="53245"/>
                      </a:cubicBezTo>
                      <a:cubicBezTo>
                        <a:pt x="66176" y="45148"/>
                        <a:pt x="62177" y="21241"/>
                        <a:pt x="60463" y="0"/>
                      </a:cubicBezTo>
                      <a:cubicBezTo>
                        <a:pt x="60083" y="0"/>
                        <a:pt x="59702" y="0"/>
                        <a:pt x="59226" y="0"/>
                      </a:cubicBezTo>
                      <a:cubicBezTo>
                        <a:pt x="58940" y="0"/>
                        <a:pt x="58654" y="0"/>
                        <a:pt x="58273" y="0"/>
                      </a:cubicBezTo>
                      <a:cubicBezTo>
                        <a:pt x="56559" y="21241"/>
                        <a:pt x="52560" y="45244"/>
                        <a:pt x="43705" y="53245"/>
                      </a:cubicBezTo>
                      <a:cubicBezTo>
                        <a:pt x="26280" y="69056"/>
                        <a:pt x="6094" y="70104"/>
                        <a:pt x="0" y="97727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55" name="Google Shape;2355;p46"/>
                <p:cNvSpPr/>
                <p:nvPr/>
              </p:nvSpPr>
              <p:spPr>
                <a:xfrm>
                  <a:off x="5899594" y="5334634"/>
                  <a:ext cx="304602" cy="282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602" h="282702" extrusionOk="0">
                      <a:moveTo>
                        <a:pt x="204052" y="102584"/>
                      </a:moveTo>
                      <a:cubicBezTo>
                        <a:pt x="253280" y="151829"/>
                        <a:pt x="283749" y="214693"/>
                        <a:pt x="292129" y="282702"/>
                      </a:cubicBezTo>
                      <a:lnTo>
                        <a:pt x="304602" y="282702"/>
                      </a:lnTo>
                      <a:cubicBezTo>
                        <a:pt x="286130" y="128016"/>
                        <a:pt x="157871" y="6953"/>
                        <a:pt x="0" y="0"/>
                      </a:cubicBezTo>
                      <a:cubicBezTo>
                        <a:pt x="381" y="4667"/>
                        <a:pt x="857" y="8763"/>
                        <a:pt x="1333" y="12478"/>
                      </a:cubicBezTo>
                      <a:cubicBezTo>
                        <a:pt x="77888" y="16288"/>
                        <a:pt x="149397" y="48006"/>
                        <a:pt x="203957" y="102584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56" name="Google Shape;2356;p46"/>
                <p:cNvSpPr/>
                <p:nvPr/>
              </p:nvSpPr>
              <p:spPr>
                <a:xfrm>
                  <a:off x="5740961" y="5623813"/>
                  <a:ext cx="288605" cy="159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05" h="159067" extrusionOk="0">
                      <a:moveTo>
                        <a:pt x="218811" y="76581"/>
                      </a:moveTo>
                      <a:cubicBezTo>
                        <a:pt x="218811" y="67437"/>
                        <a:pt x="225762" y="62865"/>
                        <a:pt x="229380" y="61722"/>
                      </a:cubicBezTo>
                      <a:lnTo>
                        <a:pt x="231475" y="61055"/>
                      </a:lnTo>
                      <a:lnTo>
                        <a:pt x="233665" y="61817"/>
                      </a:lnTo>
                      <a:cubicBezTo>
                        <a:pt x="237474" y="63246"/>
                        <a:pt x="243948" y="68009"/>
                        <a:pt x="243948" y="76676"/>
                      </a:cubicBezTo>
                      <a:lnTo>
                        <a:pt x="243948" y="140208"/>
                      </a:lnTo>
                      <a:lnTo>
                        <a:pt x="218716" y="140208"/>
                      </a:lnTo>
                      <a:lnTo>
                        <a:pt x="218716" y="76676"/>
                      </a:lnTo>
                      <a:close/>
                      <a:moveTo>
                        <a:pt x="174725" y="140684"/>
                      </a:moveTo>
                      <a:lnTo>
                        <a:pt x="113976" y="140684"/>
                      </a:lnTo>
                      <a:lnTo>
                        <a:pt x="113976" y="73343"/>
                      </a:lnTo>
                      <a:cubicBezTo>
                        <a:pt x="113976" y="47911"/>
                        <a:pt x="132734" y="35338"/>
                        <a:pt x="142637" y="32195"/>
                      </a:cubicBezTo>
                      <a:lnTo>
                        <a:pt x="144541" y="31718"/>
                      </a:lnTo>
                      <a:lnTo>
                        <a:pt x="146445" y="32385"/>
                      </a:lnTo>
                      <a:cubicBezTo>
                        <a:pt x="147493" y="32766"/>
                        <a:pt x="174725" y="43148"/>
                        <a:pt x="174725" y="73343"/>
                      </a:cubicBezTo>
                      <a:lnTo>
                        <a:pt x="174725" y="140684"/>
                      </a:lnTo>
                      <a:close/>
                      <a:moveTo>
                        <a:pt x="69795" y="140113"/>
                      </a:moveTo>
                      <a:lnTo>
                        <a:pt x="44562" y="140113"/>
                      </a:lnTo>
                      <a:lnTo>
                        <a:pt x="44562" y="76581"/>
                      </a:lnTo>
                      <a:cubicBezTo>
                        <a:pt x="44562" y="67437"/>
                        <a:pt x="51513" y="62865"/>
                        <a:pt x="55226" y="61722"/>
                      </a:cubicBezTo>
                      <a:lnTo>
                        <a:pt x="57416" y="61055"/>
                      </a:lnTo>
                      <a:lnTo>
                        <a:pt x="59511" y="61817"/>
                      </a:lnTo>
                      <a:cubicBezTo>
                        <a:pt x="63320" y="63246"/>
                        <a:pt x="69795" y="68009"/>
                        <a:pt x="69795" y="76676"/>
                      </a:cubicBezTo>
                      <a:lnTo>
                        <a:pt x="69795" y="140208"/>
                      </a:lnTo>
                      <a:close/>
                      <a:moveTo>
                        <a:pt x="144255" y="0"/>
                      </a:moveTo>
                      <a:lnTo>
                        <a:pt x="98455" y="32099"/>
                      </a:lnTo>
                      <a:lnTo>
                        <a:pt x="0" y="32099"/>
                      </a:lnTo>
                      <a:lnTo>
                        <a:pt x="0" y="159068"/>
                      </a:lnTo>
                      <a:lnTo>
                        <a:pt x="288606" y="159068"/>
                      </a:lnTo>
                      <a:lnTo>
                        <a:pt x="288606" y="32099"/>
                      </a:lnTo>
                      <a:lnTo>
                        <a:pt x="190150" y="32099"/>
                      </a:lnTo>
                      <a:lnTo>
                        <a:pt x="14425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57" name="Google Shape;2357;p46"/>
                <p:cNvSpPr/>
                <p:nvPr/>
              </p:nvSpPr>
              <p:spPr>
                <a:xfrm>
                  <a:off x="5819516" y="5429599"/>
                  <a:ext cx="131686" cy="166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86" h="166211" extrusionOk="0">
                      <a:moveTo>
                        <a:pt x="78650" y="103442"/>
                      </a:moveTo>
                      <a:lnTo>
                        <a:pt x="53036" y="103442"/>
                      </a:lnTo>
                      <a:lnTo>
                        <a:pt x="53036" y="28861"/>
                      </a:lnTo>
                      <a:cubicBezTo>
                        <a:pt x="53036" y="19622"/>
                        <a:pt x="60083" y="14859"/>
                        <a:pt x="63796" y="13811"/>
                      </a:cubicBezTo>
                      <a:lnTo>
                        <a:pt x="65986" y="13049"/>
                      </a:lnTo>
                      <a:lnTo>
                        <a:pt x="68176" y="13811"/>
                      </a:lnTo>
                      <a:cubicBezTo>
                        <a:pt x="71985" y="15335"/>
                        <a:pt x="78650" y="20098"/>
                        <a:pt x="78650" y="28861"/>
                      </a:cubicBezTo>
                      <a:lnTo>
                        <a:pt x="78650" y="103442"/>
                      </a:lnTo>
                      <a:close/>
                      <a:moveTo>
                        <a:pt x="30375" y="107252"/>
                      </a:moveTo>
                      <a:lnTo>
                        <a:pt x="15140" y="112776"/>
                      </a:lnTo>
                      <a:lnTo>
                        <a:pt x="15140" y="38195"/>
                      </a:lnTo>
                      <a:cubicBezTo>
                        <a:pt x="15140" y="23717"/>
                        <a:pt x="22852" y="19526"/>
                        <a:pt x="22852" y="19526"/>
                      </a:cubicBezTo>
                      <a:cubicBezTo>
                        <a:pt x="22852" y="19526"/>
                        <a:pt x="30375" y="23717"/>
                        <a:pt x="30375" y="32576"/>
                      </a:cubicBezTo>
                      <a:lnTo>
                        <a:pt x="30375" y="107156"/>
                      </a:lnTo>
                      <a:close/>
                      <a:moveTo>
                        <a:pt x="101312" y="32671"/>
                      </a:moveTo>
                      <a:cubicBezTo>
                        <a:pt x="101312" y="23813"/>
                        <a:pt x="108834" y="19622"/>
                        <a:pt x="108834" y="19622"/>
                      </a:cubicBezTo>
                      <a:cubicBezTo>
                        <a:pt x="108834" y="19622"/>
                        <a:pt x="116547" y="23813"/>
                        <a:pt x="116547" y="38291"/>
                      </a:cubicBezTo>
                      <a:lnTo>
                        <a:pt x="116547" y="112871"/>
                      </a:lnTo>
                      <a:lnTo>
                        <a:pt x="101407" y="107347"/>
                      </a:lnTo>
                      <a:lnTo>
                        <a:pt x="101407" y="32766"/>
                      </a:lnTo>
                      <a:close/>
                      <a:moveTo>
                        <a:pt x="116071" y="166211"/>
                      </a:moveTo>
                      <a:lnTo>
                        <a:pt x="131686" y="166211"/>
                      </a:lnTo>
                      <a:lnTo>
                        <a:pt x="131686" y="13049"/>
                      </a:lnTo>
                      <a:lnTo>
                        <a:pt x="95980" y="0"/>
                      </a:lnTo>
                      <a:lnTo>
                        <a:pt x="35707" y="0"/>
                      </a:lnTo>
                      <a:lnTo>
                        <a:pt x="0" y="13049"/>
                      </a:lnTo>
                      <a:lnTo>
                        <a:pt x="0" y="166211"/>
                      </a:lnTo>
                      <a:lnTo>
                        <a:pt x="15806" y="166211"/>
                      </a:lnTo>
                      <a:lnTo>
                        <a:pt x="50751" y="141732"/>
                      </a:lnTo>
                      <a:cubicBezTo>
                        <a:pt x="49989" y="139922"/>
                        <a:pt x="49609" y="137922"/>
                        <a:pt x="49609" y="135827"/>
                      </a:cubicBezTo>
                      <a:cubicBezTo>
                        <a:pt x="49609" y="126873"/>
                        <a:pt x="56940" y="119539"/>
                        <a:pt x="65891" y="119539"/>
                      </a:cubicBezTo>
                      <a:cubicBezTo>
                        <a:pt x="74841" y="119539"/>
                        <a:pt x="82173" y="126873"/>
                        <a:pt x="82173" y="135827"/>
                      </a:cubicBezTo>
                      <a:cubicBezTo>
                        <a:pt x="82173" y="137922"/>
                        <a:pt x="81792" y="139922"/>
                        <a:pt x="81030" y="141732"/>
                      </a:cubicBezTo>
                      <a:lnTo>
                        <a:pt x="116071" y="1662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58" name="Google Shape;2358;p46"/>
                <p:cNvSpPr/>
                <p:nvPr/>
              </p:nvSpPr>
              <p:spPr>
                <a:xfrm>
                  <a:off x="5564713" y="5680011"/>
                  <a:ext cx="106263" cy="8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63" h="80200" extrusionOk="0">
                      <a:moveTo>
                        <a:pt x="106263" y="0"/>
                      </a:moveTo>
                      <a:lnTo>
                        <a:pt x="0" y="0"/>
                      </a:lnTo>
                      <a:cubicBezTo>
                        <a:pt x="2095" y="27908"/>
                        <a:pt x="7713" y="54769"/>
                        <a:pt x="16473" y="80201"/>
                      </a:cubicBezTo>
                      <a:lnTo>
                        <a:pt x="106263" y="80201"/>
                      </a:lnTo>
                      <a:lnTo>
                        <a:pt x="1062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359" name="Google Shape;2359;p46"/>
              <p:cNvSpPr/>
              <p:nvPr/>
            </p:nvSpPr>
            <p:spPr>
              <a:xfrm>
                <a:off x="5741056" y="5577332"/>
                <a:ext cx="288605" cy="64960"/>
              </a:xfrm>
              <a:custGeom>
                <a:avLst/>
                <a:gdLst/>
                <a:ahLst/>
                <a:cxnLst/>
                <a:rect l="l" t="t" r="r" b="b"/>
                <a:pathLst>
                  <a:path w="288605" h="64960" extrusionOk="0">
                    <a:moveTo>
                      <a:pt x="288606" y="32099"/>
                    </a:moveTo>
                    <a:lnTo>
                      <a:pt x="190150" y="32099"/>
                    </a:lnTo>
                    <a:lnTo>
                      <a:pt x="144255" y="0"/>
                    </a:lnTo>
                    <a:lnTo>
                      <a:pt x="98455" y="32099"/>
                    </a:lnTo>
                    <a:lnTo>
                      <a:pt x="0" y="32099"/>
                    </a:lnTo>
                    <a:lnTo>
                      <a:pt x="0" y="64960"/>
                    </a:lnTo>
                    <a:lnTo>
                      <a:pt x="94171" y="64960"/>
                    </a:lnTo>
                    <a:lnTo>
                      <a:pt x="144255" y="29813"/>
                    </a:lnTo>
                    <a:lnTo>
                      <a:pt x="194435" y="64960"/>
                    </a:lnTo>
                    <a:lnTo>
                      <a:pt x="288606" y="64960"/>
                    </a:lnTo>
                    <a:lnTo>
                      <a:pt x="288606" y="320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360" name="Google Shape;2360;p46"/>
              <p:cNvGrpSpPr/>
              <p:nvPr/>
            </p:nvGrpSpPr>
            <p:grpSpPr>
              <a:xfrm>
                <a:off x="5586327" y="5632005"/>
                <a:ext cx="620154" cy="345090"/>
                <a:chOff x="5586327" y="5632005"/>
                <a:chExt cx="620154" cy="345090"/>
              </a:xfrm>
            </p:grpSpPr>
            <p:sp>
              <p:nvSpPr>
                <p:cNvPr id="2361" name="Google Shape;2361;p46"/>
                <p:cNvSpPr/>
                <p:nvPr/>
              </p:nvSpPr>
              <p:spPr>
                <a:xfrm>
                  <a:off x="5786570" y="5891085"/>
                  <a:ext cx="199386" cy="86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86" h="86010" extrusionOk="0">
                      <a:moveTo>
                        <a:pt x="71699" y="0"/>
                      </a:moveTo>
                      <a:lnTo>
                        <a:pt x="0" y="70580"/>
                      </a:lnTo>
                      <a:cubicBezTo>
                        <a:pt x="31041" y="80581"/>
                        <a:pt x="64272" y="86011"/>
                        <a:pt x="98646" y="86011"/>
                      </a:cubicBezTo>
                      <a:cubicBezTo>
                        <a:pt x="133020" y="86011"/>
                        <a:pt x="167679" y="80296"/>
                        <a:pt x="199386" y="69914"/>
                      </a:cubicBezTo>
                      <a:lnTo>
                        <a:pt x="128259" y="0"/>
                      </a:lnTo>
                      <a:lnTo>
                        <a:pt x="7169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62" name="Google Shape;2362;p46"/>
                <p:cNvSpPr/>
                <p:nvPr/>
              </p:nvSpPr>
              <p:spPr>
                <a:xfrm>
                  <a:off x="5934254" y="5891085"/>
                  <a:ext cx="169678" cy="64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78" h="64579" extrusionOk="0">
                      <a:moveTo>
                        <a:pt x="66557" y="64579"/>
                      </a:moveTo>
                      <a:cubicBezTo>
                        <a:pt x="105025" y="49721"/>
                        <a:pt x="139970" y="27623"/>
                        <a:pt x="169678" y="0"/>
                      </a:cubicBezTo>
                      <a:lnTo>
                        <a:pt x="0" y="0"/>
                      </a:lnTo>
                      <a:lnTo>
                        <a:pt x="66557" y="64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63" name="Google Shape;2363;p46"/>
                <p:cNvSpPr/>
                <p:nvPr/>
              </p:nvSpPr>
              <p:spPr>
                <a:xfrm>
                  <a:off x="5666405" y="5891085"/>
                  <a:ext cx="172439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39" h="65341" extrusionOk="0">
                      <a:moveTo>
                        <a:pt x="0" y="0"/>
                      </a:moveTo>
                      <a:cubicBezTo>
                        <a:pt x="30184" y="28099"/>
                        <a:pt x="65796" y="50483"/>
                        <a:pt x="105121" y="65342"/>
                      </a:cubicBezTo>
                      <a:lnTo>
                        <a:pt x="1724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64" name="Google Shape;2364;p46"/>
                <p:cNvSpPr/>
                <p:nvPr/>
              </p:nvSpPr>
              <p:spPr>
                <a:xfrm>
                  <a:off x="6099361" y="5632005"/>
                  <a:ext cx="107120" cy="3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0" h="32575" extrusionOk="0">
                      <a:moveTo>
                        <a:pt x="106359" y="95"/>
                      </a:moveTo>
                      <a:lnTo>
                        <a:pt x="0" y="95"/>
                      </a:lnTo>
                      <a:lnTo>
                        <a:pt x="0" y="32576"/>
                      </a:lnTo>
                      <a:lnTo>
                        <a:pt x="107025" y="32576"/>
                      </a:lnTo>
                      <a:cubicBezTo>
                        <a:pt x="107025" y="29623"/>
                        <a:pt x="107120" y="26670"/>
                        <a:pt x="107120" y="23622"/>
                      </a:cubicBezTo>
                      <a:cubicBezTo>
                        <a:pt x="107120" y="15716"/>
                        <a:pt x="106835" y="7810"/>
                        <a:pt x="106263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65" name="Google Shape;2365;p46"/>
                <p:cNvSpPr/>
                <p:nvPr/>
              </p:nvSpPr>
              <p:spPr>
                <a:xfrm>
                  <a:off x="5586327" y="5774118"/>
                  <a:ext cx="84648" cy="10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8" h="102869" extrusionOk="0">
                      <a:moveTo>
                        <a:pt x="84649" y="102584"/>
                      </a:moveTo>
                      <a:lnTo>
                        <a:pt x="84649" y="102584"/>
                      </a:lnTo>
                      <a:lnTo>
                        <a:pt x="84649" y="0"/>
                      </a:lnTo>
                      <a:lnTo>
                        <a:pt x="0" y="0"/>
                      </a:lnTo>
                      <a:cubicBezTo>
                        <a:pt x="15235" y="38481"/>
                        <a:pt x="37706" y="73342"/>
                        <a:pt x="65700" y="102870"/>
                      </a:cubicBezTo>
                      <a:lnTo>
                        <a:pt x="84649" y="102870"/>
                      </a:lnTo>
                      <a:lnTo>
                        <a:pt x="84649" y="1026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66" name="Google Shape;2366;p46"/>
                <p:cNvSpPr/>
                <p:nvPr/>
              </p:nvSpPr>
              <p:spPr>
                <a:xfrm>
                  <a:off x="6099361" y="5680011"/>
                  <a:ext cx="106263" cy="8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63" h="80200" extrusionOk="0">
                      <a:moveTo>
                        <a:pt x="0" y="80201"/>
                      </a:moveTo>
                      <a:lnTo>
                        <a:pt x="89791" y="80201"/>
                      </a:lnTo>
                      <a:cubicBezTo>
                        <a:pt x="98551" y="54769"/>
                        <a:pt x="104168" y="27908"/>
                        <a:pt x="106263" y="0"/>
                      </a:cubicBezTo>
                      <a:lnTo>
                        <a:pt x="0" y="0"/>
                      </a:lnTo>
                      <a:lnTo>
                        <a:pt x="0" y="8020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367" name="Google Shape;2367;p46"/>
                <p:cNvSpPr/>
                <p:nvPr/>
              </p:nvSpPr>
              <p:spPr>
                <a:xfrm>
                  <a:off x="6099361" y="5774118"/>
                  <a:ext cx="84648" cy="10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8" h="102869" extrusionOk="0">
                      <a:moveTo>
                        <a:pt x="0" y="102870"/>
                      </a:moveTo>
                      <a:lnTo>
                        <a:pt x="18948" y="102870"/>
                      </a:lnTo>
                      <a:cubicBezTo>
                        <a:pt x="46942" y="73342"/>
                        <a:pt x="69414" y="38481"/>
                        <a:pt x="84649" y="0"/>
                      </a:cubicBezTo>
                      <a:lnTo>
                        <a:pt x="0" y="0"/>
                      </a:lnTo>
                      <a:lnTo>
                        <a:pt x="0" y="1028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368" name="Google Shape;2368;p46"/>
              <p:cNvSpPr/>
              <p:nvPr/>
            </p:nvSpPr>
            <p:spPr>
              <a:xfrm>
                <a:off x="5920447" y="5876702"/>
                <a:ext cx="109976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109976" h="190" extrusionOk="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69" name="Google Shape;2369;p46"/>
              <p:cNvSpPr/>
              <p:nvPr/>
            </p:nvSpPr>
            <p:spPr>
              <a:xfrm>
                <a:off x="5740295" y="5876702"/>
                <a:ext cx="109976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109976" h="190" extrusionOk="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70" name="Google Shape;2370;p46"/>
              <p:cNvSpPr/>
              <p:nvPr/>
            </p:nvSpPr>
            <p:spPr>
              <a:xfrm>
                <a:off x="5740295" y="5796787"/>
                <a:ext cx="290129" cy="79914"/>
              </a:xfrm>
              <a:custGeom>
                <a:avLst/>
                <a:gdLst/>
                <a:ahLst/>
                <a:cxnLst/>
                <a:rect l="l" t="t" r="r" b="b"/>
                <a:pathLst>
                  <a:path w="290129" h="79914" extrusionOk="0">
                    <a:moveTo>
                      <a:pt x="109977" y="54674"/>
                    </a:moveTo>
                    <a:cubicBezTo>
                      <a:pt x="109977" y="41339"/>
                      <a:pt x="118261" y="29337"/>
                      <a:pt x="130734" y="24670"/>
                    </a:cubicBezTo>
                    <a:lnTo>
                      <a:pt x="134067" y="23431"/>
                    </a:lnTo>
                    <a:cubicBezTo>
                      <a:pt x="141303" y="20765"/>
                      <a:pt x="149207" y="20765"/>
                      <a:pt x="156443" y="23431"/>
                    </a:cubicBezTo>
                    <a:lnTo>
                      <a:pt x="159490" y="24575"/>
                    </a:lnTo>
                    <a:cubicBezTo>
                      <a:pt x="171964" y="29337"/>
                      <a:pt x="180152" y="41243"/>
                      <a:pt x="180152" y="54578"/>
                    </a:cubicBezTo>
                    <a:lnTo>
                      <a:pt x="180152" y="79915"/>
                    </a:lnTo>
                    <a:lnTo>
                      <a:pt x="290129" y="79915"/>
                    </a:lnTo>
                    <a:lnTo>
                      <a:pt x="290129" y="0"/>
                    </a:lnTo>
                    <a:lnTo>
                      <a:pt x="0" y="0"/>
                    </a:lnTo>
                    <a:lnTo>
                      <a:pt x="0" y="79915"/>
                    </a:lnTo>
                    <a:lnTo>
                      <a:pt x="109977" y="79915"/>
                    </a:lnTo>
                    <a:lnTo>
                      <a:pt x="109977" y="546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71" name="Google Shape;2371;p46"/>
              <p:cNvSpPr/>
              <p:nvPr/>
            </p:nvSpPr>
            <p:spPr>
              <a:xfrm>
                <a:off x="5686592" y="5557519"/>
                <a:ext cx="39039" cy="319182"/>
              </a:xfrm>
              <a:custGeom>
                <a:avLst/>
                <a:gdLst/>
                <a:ahLst/>
                <a:cxnLst/>
                <a:rect l="l" t="t" r="r" b="b"/>
                <a:pathLst>
                  <a:path w="39039" h="319182" extrusionOk="0">
                    <a:moveTo>
                      <a:pt x="26185" y="0"/>
                    </a:move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lnTo>
                      <a:pt x="261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72" name="Google Shape;2372;p46"/>
              <p:cNvSpPr/>
              <p:nvPr/>
            </p:nvSpPr>
            <p:spPr>
              <a:xfrm>
                <a:off x="6044802" y="5557519"/>
                <a:ext cx="39039" cy="319182"/>
              </a:xfrm>
              <a:custGeom>
                <a:avLst/>
                <a:gdLst/>
                <a:ahLst/>
                <a:cxnLst/>
                <a:rect l="l" t="t" r="r" b="b"/>
                <a:pathLst>
                  <a:path w="39039" h="319182" extrusionOk="0">
                    <a:moveTo>
                      <a:pt x="39039" y="0"/>
                    </a:moveTo>
                    <a:lnTo>
                      <a:pt x="26185" y="0"/>
                    </a:ln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73" name="Google Shape;2373;p46"/>
              <p:cNvSpPr/>
              <p:nvPr/>
            </p:nvSpPr>
            <p:spPr>
              <a:xfrm>
                <a:off x="6047563" y="5460650"/>
                <a:ext cx="37896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7896" h="57150" extrusionOk="0">
                    <a:moveTo>
                      <a:pt x="35516" y="28480"/>
                    </a:moveTo>
                    <a:cubicBezTo>
                      <a:pt x="33993" y="25718"/>
                      <a:pt x="31803" y="23431"/>
                      <a:pt x="29137" y="21812"/>
                    </a:cubicBezTo>
                    <a:cubicBezTo>
                      <a:pt x="26471" y="20193"/>
                      <a:pt x="23424" y="19336"/>
                      <a:pt x="19996" y="19336"/>
                    </a:cubicBezTo>
                    <a:cubicBezTo>
                      <a:pt x="17901" y="19336"/>
                      <a:pt x="15997" y="19717"/>
                      <a:pt x="14092" y="20383"/>
                    </a:cubicBezTo>
                    <a:cubicBezTo>
                      <a:pt x="12283" y="21145"/>
                      <a:pt x="10760" y="22003"/>
                      <a:pt x="9712" y="23050"/>
                    </a:cubicBezTo>
                    <a:lnTo>
                      <a:pt x="9427" y="23050"/>
                    </a:lnTo>
                    <a:lnTo>
                      <a:pt x="11236" y="7334"/>
                    </a:lnTo>
                    <a:lnTo>
                      <a:pt x="35135" y="7334"/>
                    </a:lnTo>
                    <a:lnTo>
                      <a:pt x="35135" y="0"/>
                    </a:lnTo>
                    <a:lnTo>
                      <a:pt x="4190" y="0"/>
                    </a:lnTo>
                    <a:lnTo>
                      <a:pt x="1047" y="28384"/>
                    </a:lnTo>
                    <a:lnTo>
                      <a:pt x="8855" y="29527"/>
                    </a:lnTo>
                    <a:cubicBezTo>
                      <a:pt x="9903" y="28575"/>
                      <a:pt x="11331" y="27813"/>
                      <a:pt x="13045" y="27242"/>
                    </a:cubicBezTo>
                    <a:cubicBezTo>
                      <a:pt x="14759" y="26670"/>
                      <a:pt x="16473" y="26384"/>
                      <a:pt x="18187" y="26384"/>
                    </a:cubicBezTo>
                    <a:cubicBezTo>
                      <a:pt x="20377" y="26384"/>
                      <a:pt x="22376" y="26956"/>
                      <a:pt x="24090" y="28003"/>
                    </a:cubicBezTo>
                    <a:cubicBezTo>
                      <a:pt x="25804" y="29051"/>
                      <a:pt x="27137" y="30480"/>
                      <a:pt x="28185" y="32194"/>
                    </a:cubicBezTo>
                    <a:cubicBezTo>
                      <a:pt x="29137" y="34004"/>
                      <a:pt x="29708" y="36004"/>
                      <a:pt x="29708" y="38291"/>
                    </a:cubicBezTo>
                    <a:cubicBezTo>
                      <a:pt x="29708" y="40576"/>
                      <a:pt x="29232" y="42577"/>
                      <a:pt x="28280" y="44291"/>
                    </a:cubicBezTo>
                    <a:cubicBezTo>
                      <a:pt x="27328" y="46006"/>
                      <a:pt x="25994" y="47434"/>
                      <a:pt x="24281" y="48387"/>
                    </a:cubicBezTo>
                    <a:cubicBezTo>
                      <a:pt x="22567" y="49340"/>
                      <a:pt x="20662" y="49911"/>
                      <a:pt x="18472" y="49911"/>
                    </a:cubicBezTo>
                    <a:cubicBezTo>
                      <a:pt x="15806" y="49911"/>
                      <a:pt x="13426" y="49149"/>
                      <a:pt x="11521" y="47625"/>
                    </a:cubicBezTo>
                    <a:cubicBezTo>
                      <a:pt x="9617" y="46101"/>
                      <a:pt x="8474" y="44101"/>
                      <a:pt x="8284" y="41624"/>
                    </a:cubicBezTo>
                    <a:lnTo>
                      <a:pt x="0" y="41624"/>
                    </a:lnTo>
                    <a:cubicBezTo>
                      <a:pt x="95" y="44577"/>
                      <a:pt x="952" y="47244"/>
                      <a:pt x="2666" y="49625"/>
                    </a:cubicBezTo>
                    <a:cubicBezTo>
                      <a:pt x="4285" y="51911"/>
                      <a:pt x="6475" y="53816"/>
                      <a:pt x="9236" y="55150"/>
                    </a:cubicBezTo>
                    <a:cubicBezTo>
                      <a:pt x="11997" y="56483"/>
                      <a:pt x="15044" y="57150"/>
                      <a:pt x="18472" y="57150"/>
                    </a:cubicBezTo>
                    <a:cubicBezTo>
                      <a:pt x="22281" y="57150"/>
                      <a:pt x="25614" y="56293"/>
                      <a:pt x="28565" y="54673"/>
                    </a:cubicBezTo>
                    <a:cubicBezTo>
                      <a:pt x="31517" y="53054"/>
                      <a:pt x="33802" y="50768"/>
                      <a:pt x="35421" y="47911"/>
                    </a:cubicBezTo>
                    <a:cubicBezTo>
                      <a:pt x="37040" y="45053"/>
                      <a:pt x="37897" y="41815"/>
                      <a:pt x="37897" y="38100"/>
                    </a:cubicBezTo>
                    <a:cubicBezTo>
                      <a:pt x="37897" y="34480"/>
                      <a:pt x="37135" y="31242"/>
                      <a:pt x="35611" y="2838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74" name="Google Shape;2374;p46"/>
              <p:cNvSpPr/>
              <p:nvPr/>
            </p:nvSpPr>
            <p:spPr>
              <a:xfrm>
                <a:off x="5995479" y="5460745"/>
                <a:ext cx="42181" cy="56292"/>
              </a:xfrm>
              <a:custGeom>
                <a:avLst/>
                <a:gdLst/>
                <a:ahLst/>
                <a:cxnLst/>
                <a:rect l="l" t="t" r="r" b="b"/>
                <a:pathLst>
                  <a:path w="42181" h="56292" extrusionOk="0">
                    <a:moveTo>
                      <a:pt x="26756" y="38100"/>
                    </a:moveTo>
                    <a:lnTo>
                      <a:pt x="8951" y="38100"/>
                    </a:lnTo>
                    <a:lnTo>
                      <a:pt x="8951" y="37624"/>
                    </a:lnTo>
                    <a:lnTo>
                      <a:pt x="26375" y="10097"/>
                    </a:lnTo>
                    <a:lnTo>
                      <a:pt x="26851" y="10097"/>
                    </a:lnTo>
                    <a:lnTo>
                      <a:pt x="26851" y="38100"/>
                    </a:lnTo>
                    <a:close/>
                    <a:moveTo>
                      <a:pt x="34850" y="0"/>
                    </a:moveTo>
                    <a:lnTo>
                      <a:pt x="24376" y="0"/>
                    </a:lnTo>
                    <a:lnTo>
                      <a:pt x="0" y="38481"/>
                    </a:lnTo>
                    <a:lnTo>
                      <a:pt x="0" y="45339"/>
                    </a:lnTo>
                    <a:lnTo>
                      <a:pt x="26661" y="45339"/>
                    </a:lnTo>
                    <a:lnTo>
                      <a:pt x="26661" y="56293"/>
                    </a:lnTo>
                    <a:lnTo>
                      <a:pt x="34755" y="56293"/>
                    </a:lnTo>
                    <a:lnTo>
                      <a:pt x="34755" y="45339"/>
                    </a:lnTo>
                    <a:lnTo>
                      <a:pt x="42182" y="45339"/>
                    </a:lnTo>
                    <a:lnTo>
                      <a:pt x="42182" y="38100"/>
                    </a:lnTo>
                    <a:lnTo>
                      <a:pt x="34755" y="38100"/>
                    </a:lnTo>
                    <a:lnTo>
                      <a:pt x="3475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75" name="Google Shape;2375;p46"/>
              <p:cNvSpPr/>
              <p:nvPr/>
            </p:nvSpPr>
            <p:spPr>
              <a:xfrm>
                <a:off x="5724869" y="5459603"/>
                <a:ext cx="40467" cy="58578"/>
              </a:xfrm>
              <a:custGeom>
                <a:avLst/>
                <a:gdLst/>
                <a:ahLst/>
                <a:cxnLst/>
                <a:rect l="l" t="t" r="r" b="b"/>
                <a:pathLst>
                  <a:path w="40467" h="58578" extrusionOk="0">
                    <a:moveTo>
                      <a:pt x="30470" y="47053"/>
                    </a:moveTo>
                    <a:cubicBezTo>
                      <a:pt x="29518" y="48482"/>
                      <a:pt x="28185" y="49530"/>
                      <a:pt x="26471" y="50387"/>
                    </a:cubicBezTo>
                    <a:cubicBezTo>
                      <a:pt x="24757" y="51149"/>
                      <a:pt x="22662" y="51530"/>
                      <a:pt x="20377" y="51530"/>
                    </a:cubicBezTo>
                    <a:cubicBezTo>
                      <a:pt x="18091" y="51530"/>
                      <a:pt x="15901" y="51149"/>
                      <a:pt x="14187" y="50387"/>
                    </a:cubicBezTo>
                    <a:cubicBezTo>
                      <a:pt x="12474" y="49625"/>
                      <a:pt x="11141" y="48482"/>
                      <a:pt x="10188" y="47053"/>
                    </a:cubicBezTo>
                    <a:cubicBezTo>
                      <a:pt x="9236" y="45625"/>
                      <a:pt x="8760" y="44005"/>
                      <a:pt x="8760" y="42100"/>
                    </a:cubicBezTo>
                    <a:cubicBezTo>
                      <a:pt x="8760" y="40100"/>
                      <a:pt x="9236" y="38386"/>
                      <a:pt x="10188" y="36862"/>
                    </a:cubicBezTo>
                    <a:cubicBezTo>
                      <a:pt x="11141" y="35338"/>
                      <a:pt x="12569" y="34099"/>
                      <a:pt x="14283" y="33242"/>
                    </a:cubicBezTo>
                    <a:cubicBezTo>
                      <a:pt x="15997" y="32385"/>
                      <a:pt x="17996" y="31909"/>
                      <a:pt x="20281" y="31909"/>
                    </a:cubicBezTo>
                    <a:cubicBezTo>
                      <a:pt x="22567" y="31909"/>
                      <a:pt x="24471" y="32385"/>
                      <a:pt x="26185" y="33242"/>
                    </a:cubicBezTo>
                    <a:cubicBezTo>
                      <a:pt x="27899" y="34099"/>
                      <a:pt x="29327" y="35338"/>
                      <a:pt x="30279" y="36862"/>
                    </a:cubicBezTo>
                    <a:cubicBezTo>
                      <a:pt x="31327" y="38386"/>
                      <a:pt x="31803" y="40100"/>
                      <a:pt x="31803" y="42100"/>
                    </a:cubicBezTo>
                    <a:cubicBezTo>
                      <a:pt x="31803" y="44005"/>
                      <a:pt x="31327" y="45720"/>
                      <a:pt x="30375" y="47053"/>
                    </a:cubicBezTo>
                    <a:moveTo>
                      <a:pt x="10474" y="16002"/>
                    </a:moveTo>
                    <a:cubicBezTo>
                      <a:pt x="10474" y="14192"/>
                      <a:pt x="10855" y="12668"/>
                      <a:pt x="11712" y="11335"/>
                    </a:cubicBezTo>
                    <a:cubicBezTo>
                      <a:pt x="12474" y="10001"/>
                      <a:pt x="13711" y="8953"/>
                      <a:pt x="15140" y="8192"/>
                    </a:cubicBezTo>
                    <a:cubicBezTo>
                      <a:pt x="16568" y="7429"/>
                      <a:pt x="18282" y="7048"/>
                      <a:pt x="20281" y="7048"/>
                    </a:cubicBezTo>
                    <a:cubicBezTo>
                      <a:pt x="22281" y="7048"/>
                      <a:pt x="23900" y="7429"/>
                      <a:pt x="25328" y="8192"/>
                    </a:cubicBezTo>
                    <a:cubicBezTo>
                      <a:pt x="26756" y="8953"/>
                      <a:pt x="27899" y="9906"/>
                      <a:pt x="28756" y="11335"/>
                    </a:cubicBezTo>
                    <a:cubicBezTo>
                      <a:pt x="29613" y="12668"/>
                      <a:pt x="29994" y="14192"/>
                      <a:pt x="29994" y="16002"/>
                    </a:cubicBezTo>
                    <a:cubicBezTo>
                      <a:pt x="29994" y="17812"/>
                      <a:pt x="29518" y="19431"/>
                      <a:pt x="28661" y="20765"/>
                    </a:cubicBezTo>
                    <a:cubicBezTo>
                      <a:pt x="27804" y="22098"/>
                      <a:pt x="26661" y="23146"/>
                      <a:pt x="25233" y="23908"/>
                    </a:cubicBezTo>
                    <a:cubicBezTo>
                      <a:pt x="23804" y="24670"/>
                      <a:pt x="22091" y="25051"/>
                      <a:pt x="20186" y="25051"/>
                    </a:cubicBezTo>
                    <a:cubicBezTo>
                      <a:pt x="18282" y="25051"/>
                      <a:pt x="16568" y="24670"/>
                      <a:pt x="15044" y="23908"/>
                    </a:cubicBezTo>
                    <a:cubicBezTo>
                      <a:pt x="13521" y="23146"/>
                      <a:pt x="12378" y="22098"/>
                      <a:pt x="11617" y="20765"/>
                    </a:cubicBezTo>
                    <a:cubicBezTo>
                      <a:pt x="10760" y="19431"/>
                      <a:pt x="10379" y="17812"/>
                      <a:pt x="10379" y="16002"/>
                    </a:cubicBezTo>
                    <a:moveTo>
                      <a:pt x="34755" y="30861"/>
                    </a:moveTo>
                    <a:cubicBezTo>
                      <a:pt x="33041" y="29527"/>
                      <a:pt x="31136" y="28670"/>
                      <a:pt x="28946" y="28289"/>
                    </a:cubicBezTo>
                    <a:lnTo>
                      <a:pt x="28946" y="27908"/>
                    </a:lnTo>
                    <a:cubicBezTo>
                      <a:pt x="31708" y="27242"/>
                      <a:pt x="33993" y="25718"/>
                      <a:pt x="35707" y="23336"/>
                    </a:cubicBezTo>
                    <a:cubicBezTo>
                      <a:pt x="37421" y="20955"/>
                      <a:pt x="38278" y="18288"/>
                      <a:pt x="38278" y="15240"/>
                    </a:cubicBezTo>
                    <a:cubicBezTo>
                      <a:pt x="38278" y="12382"/>
                      <a:pt x="37421" y="9716"/>
                      <a:pt x="35897" y="7429"/>
                    </a:cubicBezTo>
                    <a:cubicBezTo>
                      <a:pt x="34278" y="5144"/>
                      <a:pt x="32184" y="3334"/>
                      <a:pt x="29422" y="2000"/>
                    </a:cubicBezTo>
                    <a:cubicBezTo>
                      <a:pt x="26661" y="667"/>
                      <a:pt x="23614" y="0"/>
                      <a:pt x="20091" y="0"/>
                    </a:cubicBezTo>
                    <a:cubicBezTo>
                      <a:pt x="16568" y="0"/>
                      <a:pt x="13426" y="667"/>
                      <a:pt x="10760" y="2000"/>
                    </a:cubicBezTo>
                    <a:cubicBezTo>
                      <a:pt x="7998" y="3334"/>
                      <a:pt x="5904" y="5144"/>
                      <a:pt x="4285" y="7429"/>
                    </a:cubicBezTo>
                    <a:cubicBezTo>
                      <a:pt x="2761" y="9716"/>
                      <a:pt x="1904" y="12287"/>
                      <a:pt x="2000" y="15240"/>
                    </a:cubicBezTo>
                    <a:cubicBezTo>
                      <a:pt x="2000" y="18288"/>
                      <a:pt x="2857" y="21050"/>
                      <a:pt x="4570" y="23336"/>
                    </a:cubicBezTo>
                    <a:cubicBezTo>
                      <a:pt x="6284" y="25718"/>
                      <a:pt x="8570" y="27242"/>
                      <a:pt x="11426" y="27908"/>
                    </a:cubicBezTo>
                    <a:lnTo>
                      <a:pt x="11426" y="28289"/>
                    </a:lnTo>
                    <a:cubicBezTo>
                      <a:pt x="9236" y="28670"/>
                      <a:pt x="7332" y="29527"/>
                      <a:pt x="5618" y="30861"/>
                    </a:cubicBezTo>
                    <a:cubicBezTo>
                      <a:pt x="3904" y="32195"/>
                      <a:pt x="2476" y="33909"/>
                      <a:pt x="1523" y="35909"/>
                    </a:cubicBezTo>
                    <a:cubicBezTo>
                      <a:pt x="476" y="37909"/>
                      <a:pt x="0" y="40196"/>
                      <a:pt x="0" y="42577"/>
                    </a:cubicBezTo>
                    <a:cubicBezTo>
                      <a:pt x="0" y="45625"/>
                      <a:pt x="857" y="48387"/>
                      <a:pt x="2571" y="50768"/>
                    </a:cubicBezTo>
                    <a:cubicBezTo>
                      <a:pt x="4285" y="53149"/>
                      <a:pt x="6665" y="55054"/>
                      <a:pt x="9712" y="56483"/>
                    </a:cubicBezTo>
                    <a:cubicBezTo>
                      <a:pt x="12759" y="57817"/>
                      <a:pt x="16282" y="58579"/>
                      <a:pt x="20281" y="58579"/>
                    </a:cubicBezTo>
                    <a:cubicBezTo>
                      <a:pt x="24281" y="58579"/>
                      <a:pt x="27708" y="57912"/>
                      <a:pt x="30755" y="56483"/>
                    </a:cubicBezTo>
                    <a:cubicBezTo>
                      <a:pt x="33802" y="55150"/>
                      <a:pt x="36183" y="53245"/>
                      <a:pt x="37897" y="50768"/>
                    </a:cubicBezTo>
                    <a:cubicBezTo>
                      <a:pt x="39611" y="48387"/>
                      <a:pt x="40468" y="45625"/>
                      <a:pt x="40468" y="42577"/>
                    </a:cubicBezTo>
                    <a:cubicBezTo>
                      <a:pt x="40468" y="40196"/>
                      <a:pt x="39896" y="37909"/>
                      <a:pt x="38944" y="35909"/>
                    </a:cubicBezTo>
                    <a:cubicBezTo>
                      <a:pt x="37897" y="33909"/>
                      <a:pt x="36564" y="32195"/>
                      <a:pt x="34850" y="3086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76" name="Google Shape;2376;p46"/>
              <p:cNvSpPr/>
              <p:nvPr/>
            </p:nvSpPr>
            <p:spPr>
              <a:xfrm>
                <a:off x="5684973" y="5460460"/>
                <a:ext cx="22566" cy="56959"/>
              </a:xfrm>
              <a:custGeom>
                <a:avLst/>
                <a:gdLst/>
                <a:ahLst/>
                <a:cxnLst/>
                <a:rect l="l" t="t" r="r" b="b"/>
                <a:pathLst>
                  <a:path w="22566" h="56959" extrusionOk="0">
                    <a:moveTo>
                      <a:pt x="0" y="9334"/>
                    </a:moveTo>
                    <a:lnTo>
                      <a:pt x="0" y="17526"/>
                    </a:lnTo>
                    <a:lnTo>
                      <a:pt x="13616" y="8668"/>
                    </a:lnTo>
                    <a:lnTo>
                      <a:pt x="13997" y="8668"/>
                    </a:lnTo>
                    <a:lnTo>
                      <a:pt x="13997" y="56959"/>
                    </a:lnTo>
                    <a:lnTo>
                      <a:pt x="22567" y="56959"/>
                    </a:lnTo>
                    <a:lnTo>
                      <a:pt x="22567" y="0"/>
                    </a:lnTo>
                    <a:lnTo>
                      <a:pt x="14187" y="0"/>
                    </a:lnTo>
                    <a:lnTo>
                      <a:pt x="0" y="93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</p:grpSp>
        <p:sp>
          <p:nvSpPr>
            <p:cNvPr id="2377" name="Google Shape;2377;p46"/>
            <p:cNvSpPr/>
            <p:nvPr/>
          </p:nvSpPr>
          <p:spPr>
            <a:xfrm>
              <a:off x="8175780" y="5213953"/>
              <a:ext cx="49513" cy="856107"/>
            </a:xfrm>
            <a:custGeom>
              <a:avLst/>
              <a:gdLst/>
              <a:ahLst/>
              <a:cxnLst/>
              <a:rect l="l" t="t" r="r" b="b"/>
              <a:pathLst>
                <a:path w="49513" h="856107" extrusionOk="0">
                  <a:moveTo>
                    <a:pt x="0" y="0"/>
                  </a:moveTo>
                  <a:lnTo>
                    <a:pt x="49514" y="0"/>
                  </a:lnTo>
                  <a:lnTo>
                    <a:pt x="49514" y="856107"/>
                  </a:lnTo>
                  <a:lnTo>
                    <a:pt x="0" y="856107"/>
                  </a:lnTo>
                  <a:close/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pic>
          <p:nvPicPr>
            <p:cNvPr id="2378" name="Google Shape;2378;p4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37111" y="5686107"/>
              <a:ext cx="1051206" cy="363473"/>
            </a:xfrm>
            <a:custGeom>
              <a:avLst/>
              <a:gdLst/>
              <a:ahLst/>
              <a:cxnLst/>
              <a:rect l="l" t="t" r="r" b="b"/>
              <a:pathLst>
                <a:path w="1051206" h="363473" extrusionOk="0">
                  <a:moveTo>
                    <a:pt x="172" y="1"/>
                  </a:moveTo>
                  <a:lnTo>
                    <a:pt x="1051378" y="1"/>
                  </a:lnTo>
                  <a:lnTo>
                    <a:pt x="1051378" y="363475"/>
                  </a:lnTo>
                  <a:lnTo>
                    <a:pt x="172" y="363475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2379" name="Google Shape;2379;p46"/>
            <p:cNvGrpSpPr/>
            <p:nvPr/>
          </p:nvGrpSpPr>
          <p:grpSpPr>
            <a:xfrm>
              <a:off x="8588264" y="5247862"/>
              <a:ext cx="1621085" cy="196500"/>
              <a:chOff x="8588264" y="5247862"/>
              <a:chExt cx="1621085" cy="196500"/>
            </a:xfrm>
          </p:grpSpPr>
          <p:sp>
            <p:nvSpPr>
              <p:cNvPr id="2380" name="Google Shape;2380;p46"/>
              <p:cNvSpPr/>
              <p:nvPr/>
            </p:nvSpPr>
            <p:spPr>
              <a:xfrm>
                <a:off x="8588264" y="5266055"/>
                <a:ext cx="47228" cy="132016"/>
              </a:xfrm>
              <a:custGeom>
                <a:avLst/>
                <a:gdLst/>
                <a:ahLst/>
                <a:cxnLst/>
                <a:rect l="l" t="t" r="r" b="b"/>
                <a:pathLst>
                  <a:path w="47228" h="132016" extrusionOk="0">
                    <a:moveTo>
                      <a:pt x="0" y="132016"/>
                    </a:moveTo>
                    <a:lnTo>
                      <a:pt x="0" y="128016"/>
                    </a:lnTo>
                    <a:lnTo>
                      <a:pt x="15806" y="122015"/>
                    </a:lnTo>
                    <a:lnTo>
                      <a:pt x="15806" y="10001"/>
                    </a:lnTo>
                    <a:lnTo>
                      <a:pt x="0" y="4001"/>
                    </a:lnTo>
                    <a:lnTo>
                      <a:pt x="0" y="0"/>
                    </a:lnTo>
                    <a:lnTo>
                      <a:pt x="47228" y="0"/>
                    </a:lnTo>
                    <a:lnTo>
                      <a:pt x="47228" y="4001"/>
                    </a:lnTo>
                    <a:lnTo>
                      <a:pt x="31422" y="10001"/>
                    </a:lnTo>
                    <a:lnTo>
                      <a:pt x="31422" y="122015"/>
                    </a:lnTo>
                    <a:lnTo>
                      <a:pt x="47228" y="128016"/>
                    </a:lnTo>
                    <a:lnTo>
                      <a:pt x="47228" y="132016"/>
                    </a:lnTo>
                    <a:lnTo>
                      <a:pt x="0" y="132016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81" name="Google Shape;2381;p46"/>
              <p:cNvSpPr/>
              <p:nvPr/>
            </p:nvSpPr>
            <p:spPr>
              <a:xfrm>
                <a:off x="8656821" y="5305964"/>
                <a:ext cx="97217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92106" extrusionOk="0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6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82" name="Google Shape;2382;p46"/>
              <p:cNvSpPr/>
              <p:nvPr/>
            </p:nvSpPr>
            <p:spPr>
              <a:xfrm>
                <a:off x="8817834" y="5306155"/>
                <a:ext cx="92075" cy="138207"/>
              </a:xfrm>
              <a:custGeom>
                <a:avLst/>
                <a:gdLst/>
                <a:ahLst/>
                <a:cxnLst/>
                <a:rect l="l" t="t" r="r" b="b"/>
                <a:pathLst>
                  <a:path w="92075" h="138207" extrusionOk="0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2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9" y="134969"/>
                    </a:lnTo>
                    <a:lnTo>
                      <a:pt x="40849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700" y="79820"/>
                      <a:pt x="72937" y="75724"/>
                      <a:pt x="75317" y="70104"/>
                    </a:cubicBezTo>
                    <a:cubicBezTo>
                      <a:pt x="77698" y="64389"/>
                      <a:pt x="78936" y="56959"/>
                      <a:pt x="78936" y="47816"/>
                    </a:cubicBezTo>
                    <a:cubicBezTo>
                      <a:pt x="78936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83" name="Google Shape;2383;p46"/>
              <p:cNvSpPr/>
              <p:nvPr/>
            </p:nvSpPr>
            <p:spPr>
              <a:xfrm>
                <a:off x="8926097" y="5306155"/>
                <a:ext cx="83125" cy="93916"/>
              </a:xfrm>
              <a:custGeom>
                <a:avLst/>
                <a:gdLst/>
                <a:ahLst/>
                <a:cxnLst/>
                <a:rect l="l" t="t" r="r" b="b"/>
                <a:pathLst>
                  <a:path w="83125" h="93916" extrusionOk="0">
                    <a:moveTo>
                      <a:pt x="21805" y="93917"/>
                    </a:moveTo>
                    <a:cubicBezTo>
                      <a:pt x="15521" y="93917"/>
                      <a:pt x="10379" y="92107"/>
                      <a:pt x="6189" y="88392"/>
                    </a:cubicBezTo>
                    <a:cubicBezTo>
                      <a:pt x="2095" y="84677"/>
                      <a:pt x="0" y="79629"/>
                      <a:pt x="0" y="73057"/>
                    </a:cubicBezTo>
                    <a:cubicBezTo>
                      <a:pt x="0" y="66484"/>
                      <a:pt x="2380" y="60960"/>
                      <a:pt x="7237" y="56483"/>
                    </a:cubicBezTo>
                    <a:cubicBezTo>
                      <a:pt x="11998" y="51911"/>
                      <a:pt x="19996" y="48387"/>
                      <a:pt x="31041" y="45720"/>
                    </a:cubicBezTo>
                    <a:lnTo>
                      <a:pt x="50465" y="40957"/>
                    </a:lnTo>
                    <a:lnTo>
                      <a:pt x="50465" y="25527"/>
                    </a:lnTo>
                    <a:cubicBezTo>
                      <a:pt x="50465" y="20479"/>
                      <a:pt x="48466" y="16288"/>
                      <a:pt x="44562" y="12954"/>
                    </a:cubicBezTo>
                    <a:cubicBezTo>
                      <a:pt x="40658" y="9620"/>
                      <a:pt x="36278" y="8001"/>
                      <a:pt x="31422" y="8001"/>
                    </a:cubicBezTo>
                    <a:cubicBezTo>
                      <a:pt x="26090" y="8001"/>
                      <a:pt x="22376" y="9239"/>
                      <a:pt x="20186" y="11811"/>
                    </a:cubicBezTo>
                    <a:cubicBezTo>
                      <a:pt x="18091" y="14383"/>
                      <a:pt x="16949" y="17812"/>
                      <a:pt x="16949" y="22193"/>
                    </a:cubicBezTo>
                    <a:lnTo>
                      <a:pt x="16949" y="28766"/>
                    </a:lnTo>
                    <a:lnTo>
                      <a:pt x="15997" y="29718"/>
                    </a:lnTo>
                    <a:lnTo>
                      <a:pt x="7617" y="29718"/>
                    </a:lnTo>
                    <a:cubicBezTo>
                      <a:pt x="5618" y="29718"/>
                      <a:pt x="4285" y="29432"/>
                      <a:pt x="3523" y="28861"/>
                    </a:cubicBezTo>
                    <a:cubicBezTo>
                      <a:pt x="2761" y="28289"/>
                      <a:pt x="2380" y="26860"/>
                      <a:pt x="2380" y="24575"/>
                    </a:cubicBezTo>
                    <a:cubicBezTo>
                      <a:pt x="2380" y="21812"/>
                      <a:pt x="3237" y="18955"/>
                      <a:pt x="4951" y="16002"/>
                    </a:cubicBezTo>
                    <a:cubicBezTo>
                      <a:pt x="6665" y="13049"/>
                      <a:pt x="9331" y="10573"/>
                      <a:pt x="12759" y="8382"/>
                    </a:cubicBezTo>
                    <a:cubicBezTo>
                      <a:pt x="16473" y="6001"/>
                      <a:pt x="20281" y="4001"/>
                      <a:pt x="24280" y="2381"/>
                    </a:cubicBezTo>
                    <a:cubicBezTo>
                      <a:pt x="28280" y="762"/>
                      <a:pt x="32184" y="0"/>
                      <a:pt x="36183" y="0"/>
                    </a:cubicBezTo>
                    <a:cubicBezTo>
                      <a:pt x="41229" y="0"/>
                      <a:pt x="45895" y="667"/>
                      <a:pt x="49989" y="2095"/>
                    </a:cubicBezTo>
                    <a:cubicBezTo>
                      <a:pt x="54084" y="3524"/>
                      <a:pt x="57416" y="5810"/>
                      <a:pt x="59987" y="8954"/>
                    </a:cubicBezTo>
                    <a:cubicBezTo>
                      <a:pt x="62558" y="12097"/>
                      <a:pt x="63796" y="16478"/>
                      <a:pt x="63796" y="21717"/>
                    </a:cubicBezTo>
                    <a:lnTo>
                      <a:pt x="63796" y="80772"/>
                    </a:lnTo>
                    <a:cubicBezTo>
                      <a:pt x="64843" y="81820"/>
                      <a:pt x="66177" y="82677"/>
                      <a:pt x="67795" y="83153"/>
                    </a:cubicBezTo>
                    <a:cubicBezTo>
                      <a:pt x="69414" y="83725"/>
                      <a:pt x="71413" y="83915"/>
                      <a:pt x="73984" y="83915"/>
                    </a:cubicBezTo>
                    <a:lnTo>
                      <a:pt x="82744" y="83915"/>
                    </a:lnTo>
                    <a:lnTo>
                      <a:pt x="83125" y="84296"/>
                    </a:lnTo>
                    <a:lnTo>
                      <a:pt x="83125" y="84677"/>
                    </a:lnTo>
                    <a:cubicBezTo>
                      <a:pt x="81792" y="86963"/>
                      <a:pt x="79793" y="89059"/>
                      <a:pt x="77031" y="90964"/>
                    </a:cubicBezTo>
                    <a:cubicBezTo>
                      <a:pt x="74270" y="92869"/>
                      <a:pt x="70842" y="93821"/>
                      <a:pt x="66748" y="93821"/>
                    </a:cubicBezTo>
                    <a:cubicBezTo>
                      <a:pt x="62653" y="93821"/>
                      <a:pt x="59035" y="92678"/>
                      <a:pt x="56559" y="90392"/>
                    </a:cubicBezTo>
                    <a:cubicBezTo>
                      <a:pt x="53989" y="88106"/>
                      <a:pt x="52275" y="85249"/>
                      <a:pt x="51323" y="81820"/>
                    </a:cubicBezTo>
                    <a:lnTo>
                      <a:pt x="50370" y="81820"/>
                    </a:lnTo>
                    <a:cubicBezTo>
                      <a:pt x="46942" y="85344"/>
                      <a:pt x="42658" y="88202"/>
                      <a:pt x="37706" y="90392"/>
                    </a:cubicBezTo>
                    <a:cubicBezTo>
                      <a:pt x="32755" y="92678"/>
                      <a:pt x="27423" y="93821"/>
                      <a:pt x="21805" y="93821"/>
                    </a:cubicBezTo>
                    <a:close/>
                    <a:moveTo>
                      <a:pt x="13426" y="69342"/>
                    </a:moveTo>
                    <a:cubicBezTo>
                      <a:pt x="13426" y="74009"/>
                      <a:pt x="14854" y="77533"/>
                      <a:pt x="17615" y="79820"/>
                    </a:cubicBezTo>
                    <a:cubicBezTo>
                      <a:pt x="20377" y="82201"/>
                      <a:pt x="24376" y="83344"/>
                      <a:pt x="29422" y="83344"/>
                    </a:cubicBezTo>
                    <a:cubicBezTo>
                      <a:pt x="32755" y="83344"/>
                      <a:pt x="36183" y="82963"/>
                      <a:pt x="39611" y="82106"/>
                    </a:cubicBezTo>
                    <a:cubicBezTo>
                      <a:pt x="43038" y="81344"/>
                      <a:pt x="46657" y="80010"/>
                      <a:pt x="50370" y="78105"/>
                    </a:cubicBezTo>
                    <a:lnTo>
                      <a:pt x="50370" y="46672"/>
                    </a:lnTo>
                    <a:cubicBezTo>
                      <a:pt x="39611" y="48768"/>
                      <a:pt x="31517" y="51054"/>
                      <a:pt x="26280" y="53245"/>
                    </a:cubicBezTo>
                    <a:cubicBezTo>
                      <a:pt x="21043" y="55435"/>
                      <a:pt x="17520" y="57912"/>
                      <a:pt x="15902" y="60579"/>
                    </a:cubicBezTo>
                    <a:cubicBezTo>
                      <a:pt x="14187" y="63151"/>
                      <a:pt x="13426" y="66104"/>
                      <a:pt x="13426" y="69247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84" name="Google Shape;2384;p46"/>
              <p:cNvSpPr/>
              <p:nvPr/>
            </p:nvSpPr>
            <p:spPr>
              <a:xfrm>
                <a:off x="9022648" y="5306059"/>
                <a:ext cx="63319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63319" h="92106" extrusionOk="0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29" y="13240"/>
                      <a:pt x="38087" y="14097"/>
                      <a:pt x="35135" y="15811"/>
                    </a:cubicBezTo>
                    <a:cubicBezTo>
                      <a:pt x="32183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85" name="Google Shape;2385;p46"/>
              <p:cNvSpPr/>
              <p:nvPr/>
            </p:nvSpPr>
            <p:spPr>
              <a:xfrm>
                <a:off x="9096347" y="5286057"/>
                <a:ext cx="59225" cy="114014"/>
              </a:xfrm>
              <a:custGeom>
                <a:avLst/>
                <a:gdLst/>
                <a:ahLst/>
                <a:cxnLst/>
                <a:rect l="l" t="t" r="r" b="b"/>
                <a:pathLst>
                  <a:path w="59225" h="114014" extrusionOk="0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86" name="Google Shape;2386;p46"/>
              <p:cNvSpPr/>
              <p:nvPr/>
            </p:nvSpPr>
            <p:spPr>
              <a:xfrm>
                <a:off x="9169855" y="5305964"/>
                <a:ext cx="97217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92106" extrusionOk="0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5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87" name="Google Shape;2387;p46"/>
              <p:cNvSpPr/>
              <p:nvPr/>
            </p:nvSpPr>
            <p:spPr>
              <a:xfrm>
                <a:off x="9278785" y="5305964"/>
                <a:ext cx="76460" cy="94107"/>
              </a:xfrm>
              <a:custGeom>
                <a:avLst/>
                <a:gdLst/>
                <a:ahLst/>
                <a:cxnLst/>
                <a:rect l="l" t="t" r="r" b="b"/>
                <a:pathLst>
                  <a:path w="76460" h="94107" extrusionOk="0">
                    <a:moveTo>
                      <a:pt x="42372" y="94107"/>
                    </a:moveTo>
                    <a:cubicBezTo>
                      <a:pt x="33421" y="94107"/>
                      <a:pt x="25804" y="92202"/>
                      <a:pt x="19520" y="88487"/>
                    </a:cubicBezTo>
                    <a:cubicBezTo>
                      <a:pt x="13140" y="84773"/>
                      <a:pt x="8379" y="79629"/>
                      <a:pt x="5047" y="72962"/>
                    </a:cubicBezTo>
                    <a:cubicBezTo>
                      <a:pt x="1714" y="66389"/>
                      <a:pt x="0" y="58674"/>
                      <a:pt x="0" y="50006"/>
                    </a:cubicBezTo>
                    <a:cubicBezTo>
                      <a:pt x="0" y="40386"/>
                      <a:pt x="1904" y="31814"/>
                      <a:pt x="5808" y="24289"/>
                    </a:cubicBezTo>
                    <a:cubicBezTo>
                      <a:pt x="9712" y="16764"/>
                      <a:pt x="14854" y="10859"/>
                      <a:pt x="21233" y="6477"/>
                    </a:cubicBezTo>
                    <a:cubicBezTo>
                      <a:pt x="27613" y="2191"/>
                      <a:pt x="34564" y="0"/>
                      <a:pt x="41991" y="0"/>
                    </a:cubicBezTo>
                    <a:cubicBezTo>
                      <a:pt x="52560" y="0"/>
                      <a:pt x="60749" y="3620"/>
                      <a:pt x="66748" y="10763"/>
                    </a:cubicBezTo>
                    <a:cubicBezTo>
                      <a:pt x="72746" y="18002"/>
                      <a:pt x="75984" y="28099"/>
                      <a:pt x="76365" y="41148"/>
                    </a:cubicBezTo>
                    <a:lnTo>
                      <a:pt x="75603" y="41910"/>
                    </a:lnTo>
                    <a:lnTo>
                      <a:pt x="13426" y="41910"/>
                    </a:lnTo>
                    <a:lnTo>
                      <a:pt x="13426" y="43529"/>
                    </a:lnTo>
                    <a:cubicBezTo>
                      <a:pt x="13426" y="50483"/>
                      <a:pt x="14663" y="56864"/>
                      <a:pt x="17044" y="62675"/>
                    </a:cubicBezTo>
                    <a:cubicBezTo>
                      <a:pt x="19424" y="68485"/>
                      <a:pt x="23233" y="73057"/>
                      <a:pt x="28470" y="76486"/>
                    </a:cubicBezTo>
                    <a:cubicBezTo>
                      <a:pt x="33707" y="79915"/>
                      <a:pt x="40372" y="81629"/>
                      <a:pt x="48656" y="81629"/>
                    </a:cubicBezTo>
                    <a:cubicBezTo>
                      <a:pt x="58559" y="81629"/>
                      <a:pt x="67605" y="78677"/>
                      <a:pt x="75889" y="72866"/>
                    </a:cubicBezTo>
                    <a:lnTo>
                      <a:pt x="76460" y="72866"/>
                    </a:lnTo>
                    <a:lnTo>
                      <a:pt x="76460" y="75057"/>
                    </a:lnTo>
                    <a:cubicBezTo>
                      <a:pt x="73508" y="80391"/>
                      <a:pt x="69128" y="84868"/>
                      <a:pt x="63130" y="88583"/>
                    </a:cubicBezTo>
                    <a:cubicBezTo>
                      <a:pt x="57226" y="92202"/>
                      <a:pt x="50275" y="94107"/>
                      <a:pt x="42467" y="94107"/>
                    </a:cubicBezTo>
                    <a:close/>
                    <a:moveTo>
                      <a:pt x="38944" y="7048"/>
                    </a:moveTo>
                    <a:cubicBezTo>
                      <a:pt x="32564" y="7048"/>
                      <a:pt x="27042" y="9525"/>
                      <a:pt x="22567" y="14383"/>
                    </a:cubicBezTo>
                    <a:cubicBezTo>
                      <a:pt x="17996" y="19241"/>
                      <a:pt x="15140" y="26098"/>
                      <a:pt x="13997" y="34862"/>
                    </a:cubicBezTo>
                    <a:lnTo>
                      <a:pt x="62844" y="34862"/>
                    </a:lnTo>
                    <a:cubicBezTo>
                      <a:pt x="60178" y="16288"/>
                      <a:pt x="52275" y="7048"/>
                      <a:pt x="39039" y="7048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88" name="Google Shape;2388;p46"/>
              <p:cNvSpPr/>
              <p:nvPr/>
            </p:nvSpPr>
            <p:spPr>
              <a:xfrm>
                <a:off x="9369432" y="5306059"/>
                <a:ext cx="63319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63319" h="92106" extrusionOk="0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30" y="13240"/>
                      <a:pt x="38087" y="14097"/>
                      <a:pt x="35135" y="15811"/>
                    </a:cubicBezTo>
                    <a:cubicBezTo>
                      <a:pt x="32184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89" name="Google Shape;2389;p46"/>
              <p:cNvSpPr/>
              <p:nvPr/>
            </p:nvSpPr>
            <p:spPr>
              <a:xfrm>
                <a:off x="9445035" y="5306059"/>
                <a:ext cx="57797" cy="94107"/>
              </a:xfrm>
              <a:custGeom>
                <a:avLst/>
                <a:gdLst/>
                <a:ahLst/>
                <a:cxnLst/>
                <a:rect l="l" t="t" r="r" b="b"/>
                <a:pathLst>
                  <a:path w="57797" h="94107" extrusionOk="0">
                    <a:moveTo>
                      <a:pt x="27328" y="94012"/>
                    </a:moveTo>
                    <a:cubicBezTo>
                      <a:pt x="21710" y="94012"/>
                      <a:pt x="16853" y="93440"/>
                      <a:pt x="12664" y="92393"/>
                    </a:cubicBezTo>
                    <a:cubicBezTo>
                      <a:pt x="8475" y="91345"/>
                      <a:pt x="4190" y="89726"/>
                      <a:pt x="0" y="87630"/>
                    </a:cubicBezTo>
                    <a:lnTo>
                      <a:pt x="0" y="65818"/>
                    </a:lnTo>
                    <a:lnTo>
                      <a:pt x="2571" y="65818"/>
                    </a:lnTo>
                    <a:lnTo>
                      <a:pt x="7522" y="76009"/>
                    </a:lnTo>
                    <a:cubicBezTo>
                      <a:pt x="9236" y="79724"/>
                      <a:pt x="11712" y="82677"/>
                      <a:pt x="15044" y="84677"/>
                    </a:cubicBezTo>
                    <a:cubicBezTo>
                      <a:pt x="18377" y="86678"/>
                      <a:pt x="22567" y="87821"/>
                      <a:pt x="27708" y="87821"/>
                    </a:cubicBezTo>
                    <a:cubicBezTo>
                      <a:pt x="33612" y="87821"/>
                      <a:pt x="38087" y="86487"/>
                      <a:pt x="41229" y="83725"/>
                    </a:cubicBezTo>
                    <a:cubicBezTo>
                      <a:pt x="44372" y="80963"/>
                      <a:pt x="45895" y="77057"/>
                      <a:pt x="45895" y="72009"/>
                    </a:cubicBezTo>
                    <a:cubicBezTo>
                      <a:pt x="45895" y="66580"/>
                      <a:pt x="44086" y="62484"/>
                      <a:pt x="40468" y="59817"/>
                    </a:cubicBezTo>
                    <a:cubicBezTo>
                      <a:pt x="36849" y="57150"/>
                      <a:pt x="31517" y="54293"/>
                      <a:pt x="24471" y="51245"/>
                    </a:cubicBezTo>
                    <a:cubicBezTo>
                      <a:pt x="17139" y="48196"/>
                      <a:pt x="11617" y="44768"/>
                      <a:pt x="7903" y="41053"/>
                    </a:cubicBezTo>
                    <a:cubicBezTo>
                      <a:pt x="4190" y="37338"/>
                      <a:pt x="2285" y="32004"/>
                      <a:pt x="2285" y="25241"/>
                    </a:cubicBezTo>
                    <a:cubicBezTo>
                      <a:pt x="2285" y="20669"/>
                      <a:pt x="3618" y="16478"/>
                      <a:pt x="6189" y="12668"/>
                    </a:cubicBezTo>
                    <a:cubicBezTo>
                      <a:pt x="8760" y="8763"/>
                      <a:pt x="12188" y="5715"/>
                      <a:pt x="16282" y="3429"/>
                    </a:cubicBezTo>
                    <a:cubicBezTo>
                      <a:pt x="20377" y="1143"/>
                      <a:pt x="24757" y="0"/>
                      <a:pt x="29327" y="0"/>
                    </a:cubicBezTo>
                    <a:cubicBezTo>
                      <a:pt x="34374" y="0"/>
                      <a:pt x="38944" y="571"/>
                      <a:pt x="42943" y="1810"/>
                    </a:cubicBezTo>
                    <a:cubicBezTo>
                      <a:pt x="46942" y="3048"/>
                      <a:pt x="50751" y="4572"/>
                      <a:pt x="54369" y="6382"/>
                    </a:cubicBezTo>
                    <a:lnTo>
                      <a:pt x="54369" y="27622"/>
                    </a:lnTo>
                    <a:lnTo>
                      <a:pt x="51799" y="27622"/>
                    </a:lnTo>
                    <a:lnTo>
                      <a:pt x="46752" y="17812"/>
                    </a:lnTo>
                    <a:cubicBezTo>
                      <a:pt x="45038" y="13716"/>
                      <a:pt x="42562" y="10763"/>
                      <a:pt x="39420" y="9049"/>
                    </a:cubicBezTo>
                    <a:cubicBezTo>
                      <a:pt x="36278" y="7334"/>
                      <a:pt x="33041" y="6477"/>
                      <a:pt x="29708" y="6477"/>
                    </a:cubicBezTo>
                    <a:cubicBezTo>
                      <a:pt x="24947" y="6477"/>
                      <a:pt x="21138" y="7810"/>
                      <a:pt x="18377" y="10382"/>
                    </a:cubicBezTo>
                    <a:cubicBezTo>
                      <a:pt x="15616" y="12954"/>
                      <a:pt x="14283" y="16478"/>
                      <a:pt x="14283" y="20860"/>
                    </a:cubicBezTo>
                    <a:cubicBezTo>
                      <a:pt x="14283" y="25241"/>
                      <a:pt x="15806" y="28956"/>
                      <a:pt x="18948" y="31528"/>
                    </a:cubicBezTo>
                    <a:cubicBezTo>
                      <a:pt x="22091" y="34100"/>
                      <a:pt x="26852" y="36862"/>
                      <a:pt x="33231" y="39624"/>
                    </a:cubicBezTo>
                    <a:cubicBezTo>
                      <a:pt x="37802" y="41624"/>
                      <a:pt x="41896" y="43625"/>
                      <a:pt x="45609" y="45720"/>
                    </a:cubicBezTo>
                    <a:cubicBezTo>
                      <a:pt x="49323" y="47816"/>
                      <a:pt x="52275" y="50483"/>
                      <a:pt x="54465" y="53816"/>
                    </a:cubicBezTo>
                    <a:cubicBezTo>
                      <a:pt x="56655" y="57150"/>
                      <a:pt x="57797" y="61722"/>
                      <a:pt x="57797" y="67628"/>
                    </a:cubicBezTo>
                    <a:cubicBezTo>
                      <a:pt x="57797" y="72962"/>
                      <a:pt x="56369" y="77629"/>
                      <a:pt x="53417" y="81534"/>
                    </a:cubicBezTo>
                    <a:cubicBezTo>
                      <a:pt x="50465" y="85439"/>
                      <a:pt x="46657" y="88583"/>
                      <a:pt x="41991" y="90773"/>
                    </a:cubicBezTo>
                    <a:cubicBezTo>
                      <a:pt x="37326" y="92964"/>
                      <a:pt x="32374" y="94107"/>
                      <a:pt x="27232" y="94107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90" name="Google Shape;2390;p46"/>
              <p:cNvSpPr/>
              <p:nvPr/>
            </p:nvSpPr>
            <p:spPr>
              <a:xfrm>
                <a:off x="9518639" y="5247862"/>
                <a:ext cx="97217" cy="150209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150209" extrusionOk="0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5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7" y="146875"/>
                    </a:lnTo>
                    <a:lnTo>
                      <a:pt x="97217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5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8" y="146780"/>
                    </a:lnTo>
                    <a:lnTo>
                      <a:pt x="40848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91" name="Google Shape;2391;p46"/>
              <p:cNvSpPr/>
              <p:nvPr/>
            </p:nvSpPr>
            <p:spPr>
              <a:xfrm>
                <a:off x="9632424" y="5258434"/>
                <a:ext cx="39896" cy="139636"/>
              </a:xfrm>
              <a:custGeom>
                <a:avLst/>
                <a:gdLst/>
                <a:ahLst/>
                <a:cxnLst/>
                <a:rect l="l" t="t" r="r" b="b"/>
                <a:pathLst>
                  <a:path w="39896" h="139636" extrusionOk="0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4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92" name="Google Shape;2392;p46"/>
              <p:cNvSpPr/>
              <p:nvPr/>
            </p:nvSpPr>
            <p:spPr>
              <a:xfrm>
                <a:off x="9683461" y="5306155"/>
                <a:ext cx="92075" cy="138207"/>
              </a:xfrm>
              <a:custGeom>
                <a:avLst/>
                <a:gdLst/>
                <a:ahLst/>
                <a:cxnLst/>
                <a:rect l="l" t="t" r="r" b="b"/>
                <a:pathLst>
                  <a:path w="92075" h="138207" extrusionOk="0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1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8" y="134969"/>
                    </a:lnTo>
                    <a:lnTo>
                      <a:pt x="40848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699" y="79820"/>
                      <a:pt x="72937" y="75724"/>
                      <a:pt x="75317" y="70104"/>
                    </a:cubicBezTo>
                    <a:cubicBezTo>
                      <a:pt x="77698" y="64389"/>
                      <a:pt x="78935" y="56959"/>
                      <a:pt x="78935" y="47816"/>
                    </a:cubicBezTo>
                    <a:cubicBezTo>
                      <a:pt x="78935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93" name="Google Shape;2393;p46"/>
              <p:cNvSpPr/>
              <p:nvPr/>
            </p:nvSpPr>
            <p:spPr>
              <a:xfrm>
                <a:off x="9826764" y="5308060"/>
                <a:ext cx="153491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153491" h="90487" extrusionOk="0">
                    <a:moveTo>
                      <a:pt x="43038" y="90488"/>
                    </a:moveTo>
                    <a:lnTo>
                      <a:pt x="13045" y="8477"/>
                    </a:lnTo>
                    <a:lnTo>
                      <a:pt x="0" y="3239"/>
                    </a:lnTo>
                    <a:lnTo>
                      <a:pt x="0" y="0"/>
                    </a:lnTo>
                    <a:lnTo>
                      <a:pt x="43991" y="0"/>
                    </a:lnTo>
                    <a:lnTo>
                      <a:pt x="43991" y="3239"/>
                    </a:lnTo>
                    <a:lnTo>
                      <a:pt x="27994" y="8001"/>
                    </a:lnTo>
                    <a:lnTo>
                      <a:pt x="27994" y="8953"/>
                    </a:lnTo>
                    <a:lnTo>
                      <a:pt x="49037" y="70199"/>
                    </a:lnTo>
                    <a:lnTo>
                      <a:pt x="49608" y="70199"/>
                    </a:lnTo>
                    <a:lnTo>
                      <a:pt x="77984" y="0"/>
                    </a:lnTo>
                    <a:lnTo>
                      <a:pt x="81602" y="0"/>
                    </a:lnTo>
                    <a:lnTo>
                      <a:pt x="109977" y="69628"/>
                    </a:lnTo>
                    <a:lnTo>
                      <a:pt x="110739" y="69628"/>
                    </a:lnTo>
                    <a:lnTo>
                      <a:pt x="131115" y="9811"/>
                    </a:lnTo>
                    <a:lnTo>
                      <a:pt x="131115" y="8858"/>
                    </a:lnTo>
                    <a:lnTo>
                      <a:pt x="115880" y="3239"/>
                    </a:lnTo>
                    <a:lnTo>
                      <a:pt x="115880" y="0"/>
                    </a:lnTo>
                    <a:lnTo>
                      <a:pt x="153491" y="0"/>
                    </a:lnTo>
                    <a:lnTo>
                      <a:pt x="153491" y="3239"/>
                    </a:lnTo>
                    <a:lnTo>
                      <a:pt x="139494" y="8858"/>
                    </a:lnTo>
                    <a:lnTo>
                      <a:pt x="107882" y="90488"/>
                    </a:lnTo>
                    <a:lnTo>
                      <a:pt x="104454" y="90488"/>
                    </a:lnTo>
                    <a:lnTo>
                      <a:pt x="75889" y="22098"/>
                    </a:lnTo>
                    <a:lnTo>
                      <a:pt x="46276" y="90488"/>
                    </a:lnTo>
                    <a:lnTo>
                      <a:pt x="42848" y="90488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94" name="Google Shape;2394;p46"/>
              <p:cNvSpPr/>
              <p:nvPr/>
            </p:nvSpPr>
            <p:spPr>
              <a:xfrm>
                <a:off x="9991110" y="5258434"/>
                <a:ext cx="39896" cy="139636"/>
              </a:xfrm>
              <a:custGeom>
                <a:avLst/>
                <a:gdLst/>
                <a:ahLst/>
                <a:cxnLst/>
                <a:rect l="l" t="t" r="r" b="b"/>
                <a:pathLst>
                  <a:path w="39896" h="139636" extrusionOk="0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3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95" name="Google Shape;2395;p46"/>
              <p:cNvSpPr/>
              <p:nvPr/>
            </p:nvSpPr>
            <p:spPr>
              <a:xfrm>
                <a:off x="10039005" y="5286057"/>
                <a:ext cx="59225" cy="114014"/>
              </a:xfrm>
              <a:custGeom>
                <a:avLst/>
                <a:gdLst/>
                <a:ahLst/>
                <a:cxnLst/>
                <a:rect l="l" t="t" r="r" b="b"/>
                <a:pathLst>
                  <a:path w="59225" h="114014" extrusionOk="0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396" name="Google Shape;2396;p46"/>
              <p:cNvSpPr/>
              <p:nvPr/>
            </p:nvSpPr>
            <p:spPr>
              <a:xfrm>
                <a:off x="10112132" y="5247862"/>
                <a:ext cx="97217" cy="150209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150209" extrusionOk="0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6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8" y="146875"/>
                    </a:lnTo>
                    <a:lnTo>
                      <a:pt x="97218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6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9" y="146780"/>
                    </a:lnTo>
                    <a:lnTo>
                      <a:pt x="40849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</p:grpSp>
        <p:pic>
          <p:nvPicPr>
            <p:cNvPr id="2397" name="Google Shape;2397;p4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661" y="5651912"/>
              <a:ext cx="1645366" cy="382904"/>
            </a:xfrm>
            <a:custGeom>
              <a:avLst/>
              <a:gdLst/>
              <a:ahLst/>
              <a:cxnLst/>
              <a:rect l="l" t="t" r="r" b="b"/>
              <a:pathLst>
                <a:path w="1645366" h="382904" extrusionOk="0">
                  <a:moveTo>
                    <a:pt x="321" y="11"/>
                  </a:moveTo>
                  <a:lnTo>
                    <a:pt x="1645687" y="11"/>
                  </a:lnTo>
                  <a:lnTo>
                    <a:pt x="1645687" y="382916"/>
                  </a:lnTo>
                  <a:lnTo>
                    <a:pt x="321" y="382916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398" name="Google Shape;2398;p4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623411" y="5635244"/>
              <a:ext cx="987219" cy="387477"/>
            </a:xfrm>
            <a:custGeom>
              <a:avLst/>
              <a:gdLst/>
              <a:ahLst/>
              <a:cxnLst/>
              <a:rect l="l" t="t" r="r" b="b"/>
              <a:pathLst>
                <a:path w="987219" h="387477" extrusionOk="0">
                  <a:moveTo>
                    <a:pt x="529" y="-37"/>
                  </a:moveTo>
                  <a:lnTo>
                    <a:pt x="987749" y="-37"/>
                  </a:lnTo>
                  <a:lnTo>
                    <a:pt x="987749" y="387440"/>
                  </a:lnTo>
                  <a:lnTo>
                    <a:pt x="529" y="38744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399" name="Google Shape;2399;p4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4224310" y="5476843"/>
              <a:ext cx="544646" cy="544829"/>
            </a:xfrm>
            <a:custGeom>
              <a:avLst/>
              <a:gdLst/>
              <a:ahLst/>
              <a:cxnLst/>
              <a:rect l="l" t="t" r="r" b="b"/>
              <a:pathLst>
                <a:path w="544646" h="544829" extrusionOk="0">
                  <a:moveTo>
                    <a:pt x="852" y="-42"/>
                  </a:moveTo>
                  <a:lnTo>
                    <a:pt x="545499" y="-42"/>
                  </a:lnTo>
                  <a:lnTo>
                    <a:pt x="545499" y="544788"/>
                  </a:lnTo>
                  <a:lnTo>
                    <a:pt x="852" y="544788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nership Slide_2">
  <p:cSld name="Partnership Slide_2"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47"/>
          <p:cNvSpPr txBox="1"/>
          <p:nvPr/>
        </p:nvSpPr>
        <p:spPr>
          <a:xfrm>
            <a:off x="10604798" y="5873951"/>
            <a:ext cx="10185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5" rIns="0" bIns="0" anchor="t" anchorCtr="0">
            <a:spAutoFit/>
          </a:bodyPr>
          <a:lstStyle/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chemeClr val="dk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solidFill>
                <a:schemeClr val="dk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chemeClr val="dk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grpSp>
        <p:nvGrpSpPr>
          <p:cNvPr id="2402" name="Google Shape;2402;p47"/>
          <p:cNvGrpSpPr/>
          <p:nvPr/>
        </p:nvGrpSpPr>
        <p:grpSpPr>
          <a:xfrm>
            <a:off x="568541" y="5729372"/>
            <a:ext cx="4856159" cy="565582"/>
            <a:chOff x="5334025" y="5104384"/>
            <a:chExt cx="9434931" cy="1102714"/>
          </a:xfrm>
        </p:grpSpPr>
        <p:grpSp>
          <p:nvGrpSpPr>
            <p:cNvPr id="2403" name="Google Shape;2403;p47"/>
            <p:cNvGrpSpPr/>
            <p:nvPr/>
          </p:nvGrpSpPr>
          <p:grpSpPr>
            <a:xfrm>
              <a:off x="5334025" y="5104384"/>
              <a:ext cx="2492780" cy="1102714"/>
              <a:chOff x="5334025" y="5104384"/>
              <a:chExt cx="2492780" cy="1102714"/>
            </a:xfrm>
          </p:grpSpPr>
          <p:sp>
            <p:nvSpPr>
              <p:cNvPr id="2404" name="Google Shape;2404;p47"/>
              <p:cNvSpPr/>
              <p:nvPr/>
            </p:nvSpPr>
            <p:spPr>
              <a:xfrm>
                <a:off x="6854059" y="5240432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05" name="Google Shape;2405;p47"/>
              <p:cNvSpPr/>
              <p:nvPr/>
            </p:nvSpPr>
            <p:spPr>
              <a:xfrm>
                <a:off x="6964512" y="5240432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406" name="Google Shape;2406;p47"/>
              <p:cNvGrpSpPr/>
              <p:nvPr/>
            </p:nvGrpSpPr>
            <p:grpSpPr>
              <a:xfrm>
                <a:off x="7078488" y="5238718"/>
                <a:ext cx="335071" cy="114394"/>
                <a:chOff x="7078488" y="5238718"/>
                <a:chExt cx="335071" cy="114394"/>
              </a:xfrm>
            </p:grpSpPr>
            <p:sp>
              <p:nvSpPr>
                <p:cNvPr id="2407" name="Google Shape;2407;p47"/>
                <p:cNvSpPr/>
                <p:nvPr/>
              </p:nvSpPr>
              <p:spPr>
                <a:xfrm>
                  <a:off x="7078488" y="5238813"/>
                  <a:ext cx="72175" cy="1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75" h="114204" extrusionOk="0">
                      <a:moveTo>
                        <a:pt x="35135" y="114109"/>
                      </a:moveTo>
                      <a:cubicBezTo>
                        <a:pt x="28089" y="114109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6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1"/>
                        <a:pt x="53322" y="1810"/>
                      </a:cubicBezTo>
                      <a:cubicBezTo>
                        <a:pt x="57892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240"/>
                        <a:pt x="47514" y="10001"/>
                      </a:cubicBezTo>
                      <a:cubicBezTo>
                        <a:pt x="44657" y="8763"/>
                        <a:pt x="41325" y="8191"/>
                        <a:pt x="37611" y="8191"/>
                      </a:cubicBezTo>
                      <a:cubicBezTo>
                        <a:pt x="32755" y="8191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3"/>
                        <a:pt x="20853" y="25336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5" y="57721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8"/>
                        <a:pt x="71033" y="91726"/>
                        <a:pt x="68843" y="95726"/>
                      </a:cubicBezTo>
                      <a:cubicBezTo>
                        <a:pt x="66557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08" name="Google Shape;2408;p47"/>
                <p:cNvSpPr/>
                <p:nvPr/>
              </p:nvSpPr>
              <p:spPr>
                <a:xfrm>
                  <a:off x="7177895" y="5238718"/>
                  <a:ext cx="95789" cy="1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89" h="114204" extrusionOk="0">
                      <a:moveTo>
                        <a:pt x="56179" y="114205"/>
                      </a:moveTo>
                      <a:cubicBezTo>
                        <a:pt x="44657" y="114205"/>
                        <a:pt x="34659" y="111824"/>
                        <a:pt x="26280" y="107156"/>
                      </a:cubicBezTo>
                      <a:cubicBezTo>
                        <a:pt x="17901" y="102489"/>
                        <a:pt x="11426" y="96012"/>
                        <a:pt x="6856" y="87820"/>
                      </a:cubicBezTo>
                      <a:cubicBezTo>
                        <a:pt x="2285" y="79629"/>
                        <a:pt x="0" y="70390"/>
                        <a:pt x="0" y="59912"/>
                      </a:cubicBezTo>
                      <a:cubicBezTo>
                        <a:pt x="0" y="51816"/>
                        <a:pt x="1524" y="44196"/>
                        <a:pt x="4666" y="37052"/>
                      </a:cubicBezTo>
                      <a:cubicBezTo>
                        <a:pt x="7808" y="29908"/>
                        <a:pt x="12093" y="23527"/>
                        <a:pt x="17520" y="17907"/>
                      </a:cubicBezTo>
                      <a:cubicBezTo>
                        <a:pt x="22948" y="12287"/>
                        <a:pt x="29137" y="7906"/>
                        <a:pt x="36183" y="4763"/>
                      </a:cubicBezTo>
                      <a:cubicBezTo>
                        <a:pt x="43229" y="1524"/>
                        <a:pt x="50751" y="0"/>
                        <a:pt x="58654" y="0"/>
                      </a:cubicBezTo>
                      <a:cubicBezTo>
                        <a:pt x="64367" y="0"/>
                        <a:pt x="69128" y="381"/>
                        <a:pt x="73032" y="1048"/>
                      </a:cubicBezTo>
                      <a:cubicBezTo>
                        <a:pt x="76936" y="1810"/>
                        <a:pt x="80459" y="2762"/>
                        <a:pt x="83506" y="3905"/>
                      </a:cubicBezTo>
                      <a:cubicBezTo>
                        <a:pt x="86553" y="5048"/>
                        <a:pt x="89695" y="6477"/>
                        <a:pt x="92838" y="8001"/>
                      </a:cubicBezTo>
                      <a:lnTo>
                        <a:pt x="93885" y="37909"/>
                      </a:lnTo>
                      <a:lnTo>
                        <a:pt x="90838" y="37909"/>
                      </a:lnTo>
                      <a:lnTo>
                        <a:pt x="79221" y="16097"/>
                      </a:lnTo>
                      <a:cubicBezTo>
                        <a:pt x="75413" y="13430"/>
                        <a:pt x="71985" y="11430"/>
                        <a:pt x="68938" y="10192"/>
                      </a:cubicBezTo>
                      <a:cubicBezTo>
                        <a:pt x="65891" y="8954"/>
                        <a:pt x="62368" y="8382"/>
                        <a:pt x="58654" y="8382"/>
                      </a:cubicBezTo>
                      <a:cubicBezTo>
                        <a:pt x="50942" y="8382"/>
                        <a:pt x="43991" y="10382"/>
                        <a:pt x="37802" y="14383"/>
                      </a:cubicBezTo>
                      <a:cubicBezTo>
                        <a:pt x="31612" y="18383"/>
                        <a:pt x="26852" y="24003"/>
                        <a:pt x="23233" y="31052"/>
                      </a:cubicBezTo>
                      <a:cubicBezTo>
                        <a:pt x="19710" y="38195"/>
                        <a:pt x="17996" y="46387"/>
                        <a:pt x="17996" y="55626"/>
                      </a:cubicBezTo>
                      <a:cubicBezTo>
                        <a:pt x="17996" y="66008"/>
                        <a:pt x="19710" y="74962"/>
                        <a:pt x="23138" y="82391"/>
                      </a:cubicBezTo>
                      <a:cubicBezTo>
                        <a:pt x="26566" y="89821"/>
                        <a:pt x="31136" y="95536"/>
                        <a:pt x="37040" y="99441"/>
                      </a:cubicBezTo>
                      <a:cubicBezTo>
                        <a:pt x="42848" y="103346"/>
                        <a:pt x="49323" y="105346"/>
                        <a:pt x="56369" y="105346"/>
                      </a:cubicBezTo>
                      <a:cubicBezTo>
                        <a:pt x="62177" y="105346"/>
                        <a:pt x="67034" y="104584"/>
                        <a:pt x="71033" y="102965"/>
                      </a:cubicBezTo>
                      <a:cubicBezTo>
                        <a:pt x="75032" y="101346"/>
                        <a:pt x="78555" y="99536"/>
                        <a:pt x="81697" y="97441"/>
                      </a:cubicBezTo>
                      <a:lnTo>
                        <a:pt x="92933" y="78677"/>
                      </a:lnTo>
                      <a:lnTo>
                        <a:pt x="95789" y="78677"/>
                      </a:lnTo>
                      <a:lnTo>
                        <a:pt x="93790" y="105728"/>
                      </a:lnTo>
                      <a:cubicBezTo>
                        <a:pt x="88838" y="108204"/>
                        <a:pt x="83601" y="110204"/>
                        <a:pt x="77984" y="111728"/>
                      </a:cubicBezTo>
                      <a:cubicBezTo>
                        <a:pt x="72366" y="113348"/>
                        <a:pt x="65129" y="114109"/>
                        <a:pt x="56179" y="114109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09" name="Google Shape;2409;p47"/>
                <p:cNvSpPr/>
                <p:nvPr/>
              </p:nvSpPr>
              <p:spPr>
                <a:xfrm>
                  <a:off x="7300631" y="5239003"/>
                  <a:ext cx="112928" cy="114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28" h="114109" extrusionOk="0">
                      <a:moveTo>
                        <a:pt x="59607" y="105537"/>
                      </a:moveTo>
                      <a:cubicBezTo>
                        <a:pt x="66462" y="105537"/>
                        <a:pt x="72461" y="103727"/>
                        <a:pt x="77603" y="100203"/>
                      </a:cubicBezTo>
                      <a:cubicBezTo>
                        <a:pt x="82744" y="96584"/>
                        <a:pt x="86744" y="91631"/>
                        <a:pt x="89695" y="85058"/>
                      </a:cubicBezTo>
                      <a:cubicBezTo>
                        <a:pt x="92552" y="78581"/>
                        <a:pt x="94075" y="70866"/>
                        <a:pt x="94075" y="62008"/>
                      </a:cubicBezTo>
                      <a:cubicBezTo>
                        <a:pt x="94075" y="51149"/>
                        <a:pt x="92266" y="41624"/>
                        <a:pt x="88743" y="33528"/>
                      </a:cubicBezTo>
                      <a:cubicBezTo>
                        <a:pt x="85220" y="25432"/>
                        <a:pt x="80269" y="19145"/>
                        <a:pt x="74175" y="14669"/>
                      </a:cubicBezTo>
                      <a:cubicBezTo>
                        <a:pt x="67986" y="10192"/>
                        <a:pt x="61225" y="8001"/>
                        <a:pt x="53703" y="8001"/>
                      </a:cubicBezTo>
                      <a:cubicBezTo>
                        <a:pt x="46847" y="8001"/>
                        <a:pt x="40849" y="9716"/>
                        <a:pt x="35612" y="13335"/>
                      </a:cubicBezTo>
                      <a:cubicBezTo>
                        <a:pt x="30375" y="16859"/>
                        <a:pt x="26280" y="21908"/>
                        <a:pt x="23233" y="28385"/>
                      </a:cubicBezTo>
                      <a:cubicBezTo>
                        <a:pt x="20281" y="34862"/>
                        <a:pt x="18758" y="42577"/>
                        <a:pt x="18758" y="51435"/>
                      </a:cubicBezTo>
                      <a:cubicBezTo>
                        <a:pt x="18758" y="62294"/>
                        <a:pt x="20567" y="71819"/>
                        <a:pt x="24185" y="80010"/>
                      </a:cubicBezTo>
                      <a:cubicBezTo>
                        <a:pt x="27804" y="88202"/>
                        <a:pt x="32755" y="94488"/>
                        <a:pt x="38944" y="98965"/>
                      </a:cubicBezTo>
                      <a:cubicBezTo>
                        <a:pt x="45133" y="103442"/>
                        <a:pt x="52084" y="105727"/>
                        <a:pt x="59702" y="105727"/>
                      </a:cubicBezTo>
                      <a:moveTo>
                        <a:pt x="56369" y="114110"/>
                      </a:moveTo>
                      <a:cubicBezTo>
                        <a:pt x="48276" y="114110"/>
                        <a:pt x="40849" y="112681"/>
                        <a:pt x="33993" y="109823"/>
                      </a:cubicBezTo>
                      <a:cubicBezTo>
                        <a:pt x="27137" y="106966"/>
                        <a:pt x="21138" y="102965"/>
                        <a:pt x="15997" y="97917"/>
                      </a:cubicBezTo>
                      <a:cubicBezTo>
                        <a:pt x="10950" y="92774"/>
                        <a:pt x="6951" y="86773"/>
                        <a:pt x="4190" y="79915"/>
                      </a:cubicBezTo>
                      <a:cubicBezTo>
                        <a:pt x="1428" y="72962"/>
                        <a:pt x="0" y="65341"/>
                        <a:pt x="0" y="57055"/>
                      </a:cubicBezTo>
                      <a:cubicBezTo>
                        <a:pt x="0" y="48768"/>
                        <a:pt x="1428" y="41148"/>
                        <a:pt x="4190" y="34195"/>
                      </a:cubicBezTo>
                      <a:cubicBezTo>
                        <a:pt x="6951" y="27241"/>
                        <a:pt x="10950" y="21241"/>
                        <a:pt x="15997" y="16192"/>
                      </a:cubicBezTo>
                      <a:cubicBezTo>
                        <a:pt x="21043" y="11144"/>
                        <a:pt x="27042" y="7144"/>
                        <a:pt x="33993" y="4286"/>
                      </a:cubicBezTo>
                      <a:cubicBezTo>
                        <a:pt x="40849" y="1429"/>
                        <a:pt x="48371" y="0"/>
                        <a:pt x="56369" y="0"/>
                      </a:cubicBezTo>
                      <a:cubicBezTo>
                        <a:pt x="64367" y="0"/>
                        <a:pt x="71890" y="1429"/>
                        <a:pt x="78745" y="4286"/>
                      </a:cubicBezTo>
                      <a:cubicBezTo>
                        <a:pt x="85601" y="7144"/>
                        <a:pt x="91600" y="11144"/>
                        <a:pt x="96741" y="16192"/>
                      </a:cubicBezTo>
                      <a:cubicBezTo>
                        <a:pt x="101788" y="21241"/>
                        <a:pt x="105787" y="27337"/>
                        <a:pt x="108644" y="34195"/>
                      </a:cubicBezTo>
                      <a:cubicBezTo>
                        <a:pt x="111500" y="41148"/>
                        <a:pt x="112929" y="48768"/>
                        <a:pt x="112929" y="57055"/>
                      </a:cubicBezTo>
                      <a:cubicBezTo>
                        <a:pt x="112929" y="65341"/>
                        <a:pt x="111500" y="72962"/>
                        <a:pt x="108644" y="79915"/>
                      </a:cubicBezTo>
                      <a:cubicBezTo>
                        <a:pt x="105787" y="86868"/>
                        <a:pt x="101788" y="92869"/>
                        <a:pt x="96741" y="97917"/>
                      </a:cubicBezTo>
                      <a:cubicBezTo>
                        <a:pt x="91600" y="103061"/>
                        <a:pt x="85696" y="106966"/>
                        <a:pt x="78745" y="109823"/>
                      </a:cubicBezTo>
                      <a:cubicBezTo>
                        <a:pt x="71890" y="112681"/>
                        <a:pt x="64367" y="114110"/>
                        <a:pt x="56369" y="11411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410" name="Google Shape;2410;p47"/>
              <p:cNvSpPr/>
              <p:nvPr/>
            </p:nvSpPr>
            <p:spPr>
              <a:xfrm>
                <a:off x="7432603" y="5240432"/>
                <a:ext cx="44847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44847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11" name="Google Shape;2411;p47"/>
              <p:cNvSpPr/>
              <p:nvPr/>
            </p:nvSpPr>
            <p:spPr>
              <a:xfrm>
                <a:off x="7503446" y="5240432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12" name="Google Shape;2412;p47"/>
              <p:cNvSpPr/>
              <p:nvPr/>
            </p:nvSpPr>
            <p:spPr>
              <a:xfrm>
                <a:off x="7632752" y="5251577"/>
                <a:ext cx="92837" cy="89344"/>
              </a:xfrm>
              <a:custGeom>
                <a:avLst/>
                <a:gdLst/>
                <a:ahLst/>
                <a:cxnLst/>
                <a:rect l="l" t="t" r="r" b="b"/>
                <a:pathLst>
                  <a:path w="92837" h="89344" extrusionOk="0">
                    <a:moveTo>
                      <a:pt x="0" y="88678"/>
                    </a:moveTo>
                    <a:lnTo>
                      <a:pt x="0" y="86582"/>
                    </a:lnTo>
                    <a:lnTo>
                      <a:pt x="10950" y="81153"/>
                    </a:lnTo>
                    <a:lnTo>
                      <a:pt x="10950" y="7810"/>
                    </a:lnTo>
                    <a:lnTo>
                      <a:pt x="190" y="2191"/>
                    </a:lnTo>
                    <a:lnTo>
                      <a:pt x="190" y="0"/>
                    </a:lnTo>
                    <a:lnTo>
                      <a:pt x="21234" y="0"/>
                    </a:lnTo>
                    <a:lnTo>
                      <a:pt x="72651" y="63341"/>
                    </a:lnTo>
                    <a:lnTo>
                      <a:pt x="72651" y="7429"/>
                    </a:lnTo>
                    <a:lnTo>
                      <a:pt x="58845" y="2191"/>
                    </a:lnTo>
                    <a:lnTo>
                      <a:pt x="58845" y="0"/>
                    </a:lnTo>
                    <a:lnTo>
                      <a:pt x="92838" y="0"/>
                    </a:lnTo>
                    <a:lnTo>
                      <a:pt x="92838" y="2191"/>
                    </a:lnTo>
                    <a:lnTo>
                      <a:pt x="82078" y="7429"/>
                    </a:lnTo>
                    <a:lnTo>
                      <a:pt x="82078" y="89344"/>
                    </a:lnTo>
                    <a:lnTo>
                      <a:pt x="76270" y="89344"/>
                    </a:lnTo>
                    <a:lnTo>
                      <a:pt x="20281" y="20574"/>
                    </a:lnTo>
                    <a:lnTo>
                      <a:pt x="20281" y="81343"/>
                    </a:lnTo>
                    <a:lnTo>
                      <a:pt x="34183" y="86582"/>
                    </a:lnTo>
                    <a:lnTo>
                      <a:pt x="34183" y="88678"/>
                    </a:lnTo>
                    <a:lnTo>
                      <a:pt x="0" y="886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413" name="Google Shape;2413;p47"/>
              <p:cNvGrpSpPr/>
              <p:nvPr/>
            </p:nvGrpSpPr>
            <p:grpSpPr>
              <a:xfrm>
                <a:off x="6668955" y="5214715"/>
                <a:ext cx="1154327" cy="321468"/>
                <a:chOff x="6668955" y="5214715"/>
                <a:chExt cx="1154327" cy="321468"/>
              </a:xfrm>
            </p:grpSpPr>
            <p:sp>
              <p:nvSpPr>
                <p:cNvPr id="2414" name="Google Shape;2414;p47"/>
                <p:cNvSpPr/>
                <p:nvPr/>
              </p:nvSpPr>
              <p:spPr>
                <a:xfrm>
                  <a:off x="7730159" y="5250624"/>
                  <a:ext cx="93123" cy="88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3" h="88963" extrusionOk="0">
                      <a:moveTo>
                        <a:pt x="26756" y="59817"/>
                      </a:moveTo>
                      <a:cubicBezTo>
                        <a:pt x="26756" y="59817"/>
                        <a:pt x="26756" y="59817"/>
                        <a:pt x="26756" y="59817"/>
                      </a:cubicBezTo>
                      <a:lnTo>
                        <a:pt x="43515" y="18479"/>
                      </a:lnTo>
                      <a:lnTo>
                        <a:pt x="53798" y="43720"/>
                      </a:lnTo>
                      <a:cubicBezTo>
                        <a:pt x="41896" y="47720"/>
                        <a:pt x="33136" y="53721"/>
                        <a:pt x="26756" y="59817"/>
                      </a:cubicBezTo>
                      <a:moveTo>
                        <a:pt x="84078" y="82106"/>
                      </a:moveTo>
                      <a:lnTo>
                        <a:pt x="69224" y="46196"/>
                      </a:lnTo>
                      <a:lnTo>
                        <a:pt x="69224" y="46196"/>
                      </a:lnTo>
                      <a:cubicBezTo>
                        <a:pt x="73127" y="45530"/>
                        <a:pt x="77317" y="45148"/>
                        <a:pt x="81888" y="44958"/>
                      </a:cubicBezTo>
                      <a:lnTo>
                        <a:pt x="79412" y="38862"/>
                      </a:lnTo>
                      <a:cubicBezTo>
                        <a:pt x="74936" y="39148"/>
                        <a:pt x="70747" y="39624"/>
                        <a:pt x="66843" y="40386"/>
                      </a:cubicBezTo>
                      <a:lnTo>
                        <a:pt x="66843" y="40386"/>
                      </a:lnTo>
                      <a:lnTo>
                        <a:pt x="50085" y="0"/>
                      </a:lnTo>
                      <a:lnTo>
                        <a:pt x="42753" y="0"/>
                      </a:lnTo>
                      <a:lnTo>
                        <a:pt x="8379" y="82487"/>
                      </a:lnTo>
                      <a:lnTo>
                        <a:pt x="0" y="86868"/>
                      </a:lnTo>
                      <a:lnTo>
                        <a:pt x="0" y="88964"/>
                      </a:lnTo>
                      <a:lnTo>
                        <a:pt x="28946" y="88964"/>
                      </a:lnTo>
                      <a:lnTo>
                        <a:pt x="28946" y="86868"/>
                      </a:lnTo>
                      <a:lnTo>
                        <a:pt x="17901" y="82391"/>
                      </a:lnTo>
                      <a:cubicBezTo>
                        <a:pt x="19425" y="78391"/>
                        <a:pt x="28661" y="58483"/>
                        <a:pt x="56274" y="49340"/>
                      </a:cubicBezTo>
                      <a:lnTo>
                        <a:pt x="56274" y="49340"/>
                      </a:lnTo>
                      <a:lnTo>
                        <a:pt x="69604" y="82201"/>
                      </a:lnTo>
                      <a:lnTo>
                        <a:pt x="57797" y="86868"/>
                      </a:lnTo>
                      <a:lnTo>
                        <a:pt x="57797" y="88964"/>
                      </a:lnTo>
                      <a:lnTo>
                        <a:pt x="93123" y="88964"/>
                      </a:lnTo>
                      <a:lnTo>
                        <a:pt x="93123" y="86868"/>
                      </a:lnTo>
                      <a:lnTo>
                        <a:pt x="84173" y="82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15" name="Google Shape;2415;p47"/>
                <p:cNvSpPr/>
                <p:nvPr/>
              </p:nvSpPr>
              <p:spPr>
                <a:xfrm>
                  <a:off x="6668955" y="5214715"/>
                  <a:ext cx="154062" cy="160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62" h="160972" extrusionOk="0">
                      <a:moveTo>
                        <a:pt x="81888" y="151067"/>
                      </a:moveTo>
                      <a:cubicBezTo>
                        <a:pt x="92361" y="151067"/>
                        <a:pt x="101502" y="148495"/>
                        <a:pt x="109405" y="143256"/>
                      </a:cubicBezTo>
                      <a:cubicBezTo>
                        <a:pt x="117309" y="138017"/>
                        <a:pt x="123498" y="130683"/>
                        <a:pt x="127878" y="121253"/>
                      </a:cubicBezTo>
                      <a:cubicBezTo>
                        <a:pt x="132258" y="111728"/>
                        <a:pt x="134543" y="100679"/>
                        <a:pt x="134543" y="87821"/>
                      </a:cubicBezTo>
                      <a:cubicBezTo>
                        <a:pt x="134543" y="72009"/>
                        <a:pt x="131782" y="58293"/>
                        <a:pt x="126259" y="46577"/>
                      </a:cubicBezTo>
                      <a:cubicBezTo>
                        <a:pt x="120736" y="34862"/>
                        <a:pt x="113309" y="25813"/>
                        <a:pt x="103978" y="19336"/>
                      </a:cubicBezTo>
                      <a:cubicBezTo>
                        <a:pt x="94647" y="12859"/>
                        <a:pt x="84363" y="9620"/>
                        <a:pt x="72937" y="9620"/>
                      </a:cubicBezTo>
                      <a:cubicBezTo>
                        <a:pt x="62558" y="9620"/>
                        <a:pt x="53322" y="12192"/>
                        <a:pt x="45229" y="17335"/>
                      </a:cubicBezTo>
                      <a:cubicBezTo>
                        <a:pt x="37135" y="22479"/>
                        <a:pt x="30946" y="29813"/>
                        <a:pt x="26375" y="39243"/>
                      </a:cubicBezTo>
                      <a:cubicBezTo>
                        <a:pt x="21900" y="48768"/>
                        <a:pt x="19615" y="59817"/>
                        <a:pt x="19615" y="72676"/>
                      </a:cubicBezTo>
                      <a:cubicBezTo>
                        <a:pt x="19615" y="88487"/>
                        <a:pt x="22376" y="102298"/>
                        <a:pt x="27899" y="114014"/>
                      </a:cubicBezTo>
                      <a:cubicBezTo>
                        <a:pt x="33422" y="125825"/>
                        <a:pt x="40849" y="134874"/>
                        <a:pt x="50275" y="141351"/>
                      </a:cubicBezTo>
                      <a:cubicBezTo>
                        <a:pt x="59702" y="147828"/>
                        <a:pt x="70176" y="151067"/>
                        <a:pt x="81888" y="151067"/>
                      </a:cubicBezTo>
                      <a:moveTo>
                        <a:pt x="76936" y="160972"/>
                      </a:moveTo>
                      <a:cubicBezTo>
                        <a:pt x="65891" y="160972"/>
                        <a:pt x="55703" y="158972"/>
                        <a:pt x="46276" y="154972"/>
                      </a:cubicBezTo>
                      <a:cubicBezTo>
                        <a:pt x="36849" y="150971"/>
                        <a:pt x="28756" y="145352"/>
                        <a:pt x="21900" y="138112"/>
                      </a:cubicBezTo>
                      <a:cubicBezTo>
                        <a:pt x="15044" y="130969"/>
                        <a:pt x="9617" y="122396"/>
                        <a:pt x="5808" y="112681"/>
                      </a:cubicBezTo>
                      <a:cubicBezTo>
                        <a:pt x="1904" y="102870"/>
                        <a:pt x="0" y="92202"/>
                        <a:pt x="0" y="80486"/>
                      </a:cubicBezTo>
                      <a:cubicBezTo>
                        <a:pt x="0" y="68771"/>
                        <a:pt x="1904" y="58102"/>
                        <a:pt x="5808" y="48292"/>
                      </a:cubicBezTo>
                      <a:cubicBezTo>
                        <a:pt x="9712" y="38481"/>
                        <a:pt x="15044" y="30004"/>
                        <a:pt x="21900" y="22860"/>
                      </a:cubicBezTo>
                      <a:cubicBezTo>
                        <a:pt x="28756" y="15621"/>
                        <a:pt x="36945" y="10096"/>
                        <a:pt x="46276" y="6001"/>
                      </a:cubicBezTo>
                      <a:cubicBezTo>
                        <a:pt x="55703" y="2000"/>
                        <a:pt x="65891" y="0"/>
                        <a:pt x="76936" y="0"/>
                      </a:cubicBezTo>
                      <a:cubicBezTo>
                        <a:pt x="87981" y="0"/>
                        <a:pt x="98170" y="2000"/>
                        <a:pt x="107596" y="6001"/>
                      </a:cubicBezTo>
                      <a:cubicBezTo>
                        <a:pt x="117023" y="10001"/>
                        <a:pt x="125116" y="15621"/>
                        <a:pt x="132067" y="22860"/>
                      </a:cubicBezTo>
                      <a:cubicBezTo>
                        <a:pt x="139018" y="30004"/>
                        <a:pt x="144446" y="38481"/>
                        <a:pt x="148254" y="48292"/>
                      </a:cubicBezTo>
                      <a:cubicBezTo>
                        <a:pt x="152158" y="58102"/>
                        <a:pt x="154063" y="68866"/>
                        <a:pt x="154063" y="80486"/>
                      </a:cubicBezTo>
                      <a:cubicBezTo>
                        <a:pt x="154063" y="92107"/>
                        <a:pt x="152158" y="102870"/>
                        <a:pt x="148254" y="112681"/>
                      </a:cubicBezTo>
                      <a:cubicBezTo>
                        <a:pt x="144350" y="122492"/>
                        <a:pt x="138923" y="130969"/>
                        <a:pt x="132067" y="138112"/>
                      </a:cubicBezTo>
                      <a:cubicBezTo>
                        <a:pt x="125116" y="145256"/>
                        <a:pt x="116928" y="150876"/>
                        <a:pt x="107596" y="154972"/>
                      </a:cubicBezTo>
                      <a:cubicBezTo>
                        <a:pt x="98170" y="158972"/>
                        <a:pt x="87981" y="160972"/>
                        <a:pt x="76936" y="16097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16" name="Google Shape;2416;p47"/>
                <p:cNvSpPr/>
                <p:nvPr/>
              </p:nvSpPr>
              <p:spPr>
                <a:xfrm>
                  <a:off x="7486211" y="5425312"/>
                  <a:ext cx="116737" cy="110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37" h="110871" extrusionOk="0">
                      <a:moveTo>
                        <a:pt x="116737" y="2667"/>
                      </a:moveTo>
                      <a:lnTo>
                        <a:pt x="116737" y="0"/>
                      </a:lnTo>
                      <a:lnTo>
                        <a:pt x="72270" y="0"/>
                      </a:lnTo>
                      <a:lnTo>
                        <a:pt x="72270" y="2667"/>
                      </a:lnTo>
                      <a:lnTo>
                        <a:pt x="85696" y="9430"/>
                      </a:lnTo>
                      <a:lnTo>
                        <a:pt x="85696" y="48768"/>
                      </a:lnTo>
                      <a:cubicBezTo>
                        <a:pt x="82840" y="49530"/>
                        <a:pt x="79983" y="50387"/>
                        <a:pt x="77412" y="51245"/>
                      </a:cubicBezTo>
                      <a:cubicBezTo>
                        <a:pt x="62082" y="56483"/>
                        <a:pt x="50751" y="64103"/>
                        <a:pt x="42467" y="71914"/>
                      </a:cubicBezTo>
                      <a:cubicBezTo>
                        <a:pt x="37802" y="76295"/>
                        <a:pt x="34088" y="80772"/>
                        <a:pt x="31231" y="84677"/>
                      </a:cubicBezTo>
                      <a:lnTo>
                        <a:pt x="31231" y="9430"/>
                      </a:lnTo>
                      <a:lnTo>
                        <a:pt x="44467" y="2667"/>
                      </a:lnTo>
                      <a:lnTo>
                        <a:pt x="44467" y="0"/>
                      </a:lnTo>
                      <a:lnTo>
                        <a:pt x="0" y="0"/>
                      </a:lnTo>
                      <a:lnTo>
                        <a:pt x="0" y="2667"/>
                      </a:lnTo>
                      <a:lnTo>
                        <a:pt x="13616" y="9430"/>
                      </a:lnTo>
                      <a:lnTo>
                        <a:pt x="13616" y="101346"/>
                      </a:lnTo>
                      <a:lnTo>
                        <a:pt x="0" y="108109"/>
                      </a:lnTo>
                      <a:lnTo>
                        <a:pt x="0" y="110776"/>
                      </a:lnTo>
                      <a:lnTo>
                        <a:pt x="44467" y="110776"/>
                      </a:lnTo>
                      <a:lnTo>
                        <a:pt x="44467" y="108109"/>
                      </a:lnTo>
                      <a:lnTo>
                        <a:pt x="31231" y="101346"/>
                      </a:lnTo>
                      <a:lnTo>
                        <a:pt x="31231" y="100203"/>
                      </a:lnTo>
                      <a:cubicBezTo>
                        <a:pt x="34088" y="93631"/>
                        <a:pt x="46466" y="69723"/>
                        <a:pt x="80364" y="58579"/>
                      </a:cubicBezTo>
                      <a:cubicBezTo>
                        <a:pt x="82078" y="58007"/>
                        <a:pt x="83887" y="57531"/>
                        <a:pt x="85696" y="57055"/>
                      </a:cubicBezTo>
                      <a:lnTo>
                        <a:pt x="85696" y="101441"/>
                      </a:lnTo>
                      <a:lnTo>
                        <a:pt x="72270" y="108204"/>
                      </a:lnTo>
                      <a:lnTo>
                        <a:pt x="72270" y="110871"/>
                      </a:lnTo>
                      <a:lnTo>
                        <a:pt x="116737" y="110871"/>
                      </a:lnTo>
                      <a:lnTo>
                        <a:pt x="116737" y="108204"/>
                      </a:lnTo>
                      <a:lnTo>
                        <a:pt x="103121" y="101441"/>
                      </a:lnTo>
                      <a:lnTo>
                        <a:pt x="103121" y="53721"/>
                      </a:lnTo>
                      <a:cubicBezTo>
                        <a:pt x="106454" y="53340"/>
                        <a:pt x="109882" y="53054"/>
                        <a:pt x="113595" y="52864"/>
                      </a:cubicBezTo>
                      <a:lnTo>
                        <a:pt x="110358" y="45053"/>
                      </a:lnTo>
                      <a:cubicBezTo>
                        <a:pt x="107882" y="45244"/>
                        <a:pt x="105502" y="45434"/>
                        <a:pt x="103121" y="45720"/>
                      </a:cubicBezTo>
                      <a:lnTo>
                        <a:pt x="103121" y="9525"/>
                      </a:lnTo>
                      <a:lnTo>
                        <a:pt x="116737" y="27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417" name="Google Shape;2417;p47"/>
              <p:cNvSpPr/>
              <p:nvPr/>
            </p:nvSpPr>
            <p:spPr>
              <a:xfrm>
                <a:off x="6967844" y="5425312"/>
                <a:ext cx="44847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44847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18" name="Google Shape;2418;p47"/>
              <p:cNvSpPr/>
              <p:nvPr/>
            </p:nvSpPr>
            <p:spPr>
              <a:xfrm>
                <a:off x="7250642" y="5425312"/>
                <a:ext cx="44752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44752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3" y="0"/>
                    </a:lnTo>
                    <a:lnTo>
                      <a:pt x="44753" y="2667"/>
                    </a:lnTo>
                    <a:lnTo>
                      <a:pt x="31232" y="9430"/>
                    </a:lnTo>
                    <a:lnTo>
                      <a:pt x="31232" y="101441"/>
                    </a:lnTo>
                    <a:lnTo>
                      <a:pt x="44753" y="108109"/>
                    </a:lnTo>
                    <a:lnTo>
                      <a:pt x="44753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19" name="Google Shape;2419;p47"/>
              <p:cNvSpPr/>
              <p:nvPr/>
            </p:nvSpPr>
            <p:spPr>
              <a:xfrm>
                <a:off x="7041353" y="5425312"/>
                <a:ext cx="85600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136" y="9430"/>
                    </a:lnTo>
                    <a:lnTo>
                      <a:pt x="31136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20" name="Google Shape;2420;p47"/>
              <p:cNvSpPr/>
              <p:nvPr/>
            </p:nvSpPr>
            <p:spPr>
              <a:xfrm>
                <a:off x="7151806" y="5425312"/>
                <a:ext cx="85600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21" name="Google Shape;2421;p47"/>
              <p:cNvSpPr/>
              <p:nvPr/>
            </p:nvSpPr>
            <p:spPr>
              <a:xfrm>
                <a:off x="7622563" y="5425312"/>
                <a:ext cx="89028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89028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49054"/>
                    </a:lnTo>
                    <a:lnTo>
                      <a:pt x="59130" y="49054"/>
                    </a:lnTo>
                    <a:lnTo>
                      <a:pt x="67700" y="34957"/>
                    </a:lnTo>
                    <a:lnTo>
                      <a:pt x="70366" y="34957"/>
                    </a:lnTo>
                    <a:lnTo>
                      <a:pt x="70366" y="72009"/>
                    </a:lnTo>
                    <a:lnTo>
                      <a:pt x="67700" y="72009"/>
                    </a:lnTo>
                    <a:lnTo>
                      <a:pt x="59130" y="58293"/>
                    </a:lnTo>
                    <a:lnTo>
                      <a:pt x="31231" y="58293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9"/>
                    </a:lnTo>
                    <a:lnTo>
                      <a:pt x="89029" y="79439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22" name="Google Shape;2422;p47"/>
              <p:cNvSpPr/>
              <p:nvPr/>
            </p:nvSpPr>
            <p:spPr>
              <a:xfrm>
                <a:off x="7310915" y="5424455"/>
                <a:ext cx="162251" cy="112490"/>
              </a:xfrm>
              <a:custGeom>
                <a:avLst/>
                <a:gdLst/>
                <a:ahLst/>
                <a:cxnLst/>
                <a:rect l="l" t="t" r="r" b="b"/>
                <a:pathLst>
                  <a:path w="162251" h="112490" extrusionOk="0">
                    <a:moveTo>
                      <a:pt x="118356" y="0"/>
                    </a:moveTo>
                    <a:lnTo>
                      <a:pt x="149492" y="102775"/>
                    </a:lnTo>
                    <a:lnTo>
                      <a:pt x="162251" y="108966"/>
                    </a:lnTo>
                    <a:lnTo>
                      <a:pt x="162251" y="111633"/>
                    </a:lnTo>
                    <a:lnTo>
                      <a:pt x="117118" y="111633"/>
                    </a:lnTo>
                    <a:lnTo>
                      <a:pt x="117118" y="108966"/>
                    </a:lnTo>
                    <a:lnTo>
                      <a:pt x="131401" y="102775"/>
                    </a:lnTo>
                    <a:lnTo>
                      <a:pt x="110929" y="31909"/>
                    </a:lnTo>
                    <a:lnTo>
                      <a:pt x="109882" y="31909"/>
                    </a:lnTo>
                    <a:lnTo>
                      <a:pt x="80840" y="112490"/>
                    </a:lnTo>
                    <a:lnTo>
                      <a:pt x="73794" y="112490"/>
                    </a:lnTo>
                    <a:lnTo>
                      <a:pt x="44276" y="31909"/>
                    </a:lnTo>
                    <a:lnTo>
                      <a:pt x="43324" y="31909"/>
                    </a:lnTo>
                    <a:lnTo>
                      <a:pt x="22948" y="102584"/>
                    </a:lnTo>
                    <a:lnTo>
                      <a:pt x="37230" y="108966"/>
                    </a:lnTo>
                    <a:lnTo>
                      <a:pt x="37230" y="111633"/>
                    </a:lnTo>
                    <a:lnTo>
                      <a:pt x="0" y="111633"/>
                    </a:lnTo>
                    <a:lnTo>
                      <a:pt x="0" y="108966"/>
                    </a:lnTo>
                    <a:lnTo>
                      <a:pt x="11236" y="102965"/>
                    </a:lnTo>
                    <a:lnTo>
                      <a:pt x="42753" y="0"/>
                    </a:lnTo>
                    <a:lnTo>
                      <a:pt x="49704" y="0"/>
                    </a:lnTo>
                    <a:lnTo>
                      <a:pt x="79888" y="80486"/>
                    </a:lnTo>
                    <a:lnTo>
                      <a:pt x="81031" y="80486"/>
                    </a:lnTo>
                    <a:lnTo>
                      <a:pt x="111595" y="0"/>
                    </a:lnTo>
                    <a:lnTo>
                      <a:pt x="1183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423" name="Google Shape;2423;p47"/>
              <p:cNvGrpSpPr/>
              <p:nvPr/>
            </p:nvGrpSpPr>
            <p:grpSpPr>
              <a:xfrm>
                <a:off x="6668860" y="5400929"/>
                <a:ext cx="280226" cy="160972"/>
                <a:chOff x="6668860" y="5400929"/>
                <a:chExt cx="280226" cy="160972"/>
              </a:xfrm>
            </p:grpSpPr>
            <p:sp>
              <p:nvSpPr>
                <p:cNvPr id="2424" name="Google Shape;2424;p47"/>
                <p:cNvSpPr/>
                <p:nvPr/>
              </p:nvSpPr>
              <p:spPr>
                <a:xfrm>
                  <a:off x="6832635" y="5424551"/>
                  <a:ext cx="116451" cy="111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1" h="111347" extrusionOk="0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6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7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25" name="Google Shape;2425;p47"/>
                <p:cNvSpPr/>
                <p:nvPr/>
              </p:nvSpPr>
              <p:spPr>
                <a:xfrm>
                  <a:off x="6668860" y="5400929"/>
                  <a:ext cx="151110" cy="160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10" h="160972" extrusionOk="0">
                      <a:moveTo>
                        <a:pt x="78936" y="160972"/>
                      </a:moveTo>
                      <a:cubicBezTo>
                        <a:pt x="63796" y="160972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2"/>
                      </a:cubicBezTo>
                      <a:cubicBezTo>
                        <a:pt x="0" y="72580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6" y="6382"/>
                      </a:cubicBezTo>
                      <a:cubicBezTo>
                        <a:pt x="60939" y="2095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79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435"/>
                      </a:lnTo>
                      <a:lnTo>
                        <a:pt x="130353" y="49435"/>
                      </a:lnTo>
                      <a:lnTo>
                        <a:pt x="117594" y="22860"/>
                      </a:lnTo>
                      <a:cubicBezTo>
                        <a:pt x="110929" y="18097"/>
                        <a:pt x="105025" y="14764"/>
                        <a:pt x="99788" y="12764"/>
                      </a:cubicBezTo>
                      <a:cubicBezTo>
                        <a:pt x="94551" y="10763"/>
                        <a:pt x="88648" y="9811"/>
                        <a:pt x="81983" y="9811"/>
                      </a:cubicBezTo>
                      <a:cubicBezTo>
                        <a:pt x="69224" y="9811"/>
                        <a:pt x="57988" y="12668"/>
                        <a:pt x="48371" y="18383"/>
                      </a:cubicBezTo>
                      <a:cubicBezTo>
                        <a:pt x="38754" y="24098"/>
                        <a:pt x="31231" y="31814"/>
                        <a:pt x="25709" y="41529"/>
                      </a:cubicBezTo>
                      <a:cubicBezTo>
                        <a:pt x="20281" y="51245"/>
                        <a:pt x="17520" y="62008"/>
                        <a:pt x="17520" y="73819"/>
                      </a:cubicBezTo>
                      <a:cubicBezTo>
                        <a:pt x="17520" y="89630"/>
                        <a:pt x="20567" y="103156"/>
                        <a:pt x="26566" y="114300"/>
                      </a:cubicBezTo>
                      <a:cubicBezTo>
                        <a:pt x="32565" y="125540"/>
                        <a:pt x="40563" y="134112"/>
                        <a:pt x="50561" y="140113"/>
                      </a:cubicBezTo>
                      <a:cubicBezTo>
                        <a:pt x="60559" y="146114"/>
                        <a:pt x="71604" y="149066"/>
                        <a:pt x="83601" y="149066"/>
                      </a:cubicBezTo>
                      <a:cubicBezTo>
                        <a:pt x="89124" y="149066"/>
                        <a:pt x="94456" y="148685"/>
                        <a:pt x="99598" y="148019"/>
                      </a:cubicBezTo>
                      <a:cubicBezTo>
                        <a:pt x="104740" y="147352"/>
                        <a:pt x="110072" y="145828"/>
                        <a:pt x="115595" y="143637"/>
                      </a:cubicBezTo>
                      <a:lnTo>
                        <a:pt x="115595" y="102203"/>
                      </a:lnTo>
                      <a:lnTo>
                        <a:pt x="94742" y="94583"/>
                      </a:lnTo>
                      <a:lnTo>
                        <a:pt x="94742" y="89821"/>
                      </a:lnTo>
                      <a:lnTo>
                        <a:pt x="151111" y="89821"/>
                      </a:lnTo>
                      <a:lnTo>
                        <a:pt x="151111" y="94583"/>
                      </a:lnTo>
                      <a:lnTo>
                        <a:pt x="134067" y="102203"/>
                      </a:lnTo>
                      <a:lnTo>
                        <a:pt x="134067" y="142018"/>
                      </a:lnTo>
                      <a:cubicBezTo>
                        <a:pt x="127306" y="147828"/>
                        <a:pt x="118737" y="152495"/>
                        <a:pt x="108453" y="155924"/>
                      </a:cubicBezTo>
                      <a:cubicBezTo>
                        <a:pt x="98170" y="159353"/>
                        <a:pt x="88267" y="160972"/>
                        <a:pt x="78650" y="16097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426" name="Google Shape;2426;p47"/>
              <p:cNvSpPr/>
              <p:nvPr/>
            </p:nvSpPr>
            <p:spPr>
              <a:xfrm>
                <a:off x="6668955" y="5628671"/>
                <a:ext cx="1157850" cy="7619"/>
              </a:xfrm>
              <a:custGeom>
                <a:avLst/>
                <a:gdLst/>
                <a:ahLst/>
                <a:cxnLst/>
                <a:rect l="l" t="t" r="r" b="b"/>
                <a:pathLst>
                  <a:path w="1157850" h="7619" extrusionOk="0">
                    <a:moveTo>
                      <a:pt x="0" y="0"/>
                    </a:moveTo>
                    <a:lnTo>
                      <a:pt x="1157850" y="0"/>
                    </a:lnTo>
                    <a:lnTo>
                      <a:pt x="1157850" y="7620"/>
                    </a:lnTo>
                    <a:lnTo>
                      <a:pt x="0" y="76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27" name="Google Shape;2427;p47"/>
              <p:cNvSpPr/>
              <p:nvPr/>
            </p:nvSpPr>
            <p:spPr>
              <a:xfrm>
                <a:off x="6682667" y="5942139"/>
                <a:ext cx="90266" cy="91344"/>
              </a:xfrm>
              <a:custGeom>
                <a:avLst/>
                <a:gdLst/>
                <a:ahLst/>
                <a:cxnLst/>
                <a:rect l="l" t="t" r="r" b="b"/>
                <a:pathLst>
                  <a:path w="90266" h="91344" extrusionOk="0">
                    <a:moveTo>
                      <a:pt x="47609" y="84773"/>
                    </a:moveTo>
                    <a:cubicBezTo>
                      <a:pt x="53036" y="84773"/>
                      <a:pt x="57893" y="83344"/>
                      <a:pt x="61987" y="80486"/>
                    </a:cubicBezTo>
                    <a:cubicBezTo>
                      <a:pt x="66081" y="77629"/>
                      <a:pt x="69319" y="73628"/>
                      <a:pt x="71699" y="68390"/>
                    </a:cubicBezTo>
                    <a:cubicBezTo>
                      <a:pt x="73984" y="63151"/>
                      <a:pt x="75222" y="57055"/>
                      <a:pt x="75222" y="50006"/>
                    </a:cubicBezTo>
                    <a:cubicBezTo>
                      <a:pt x="75222" y="41338"/>
                      <a:pt x="73794" y="33719"/>
                      <a:pt x="70937" y="27242"/>
                    </a:cubicBezTo>
                    <a:cubicBezTo>
                      <a:pt x="68081" y="20765"/>
                      <a:pt x="64177" y="15716"/>
                      <a:pt x="59226" y="12097"/>
                    </a:cubicBezTo>
                    <a:cubicBezTo>
                      <a:pt x="54274" y="8477"/>
                      <a:pt x="48847" y="6763"/>
                      <a:pt x="42848" y="6763"/>
                    </a:cubicBezTo>
                    <a:cubicBezTo>
                      <a:pt x="37421" y="6763"/>
                      <a:pt x="32565" y="8192"/>
                      <a:pt x="28375" y="10954"/>
                    </a:cubicBezTo>
                    <a:cubicBezTo>
                      <a:pt x="24185" y="13811"/>
                      <a:pt x="20853" y="17812"/>
                      <a:pt x="18472" y="22955"/>
                    </a:cubicBezTo>
                    <a:cubicBezTo>
                      <a:pt x="16092" y="28194"/>
                      <a:pt x="14949" y="34290"/>
                      <a:pt x="14949" y="41338"/>
                    </a:cubicBezTo>
                    <a:cubicBezTo>
                      <a:pt x="14949" y="50006"/>
                      <a:pt x="16378" y="57626"/>
                      <a:pt x="19329" y="64198"/>
                    </a:cubicBezTo>
                    <a:cubicBezTo>
                      <a:pt x="22281" y="70771"/>
                      <a:pt x="26185" y="75819"/>
                      <a:pt x="31136" y="79343"/>
                    </a:cubicBezTo>
                    <a:cubicBezTo>
                      <a:pt x="36088" y="82963"/>
                      <a:pt x="41610" y="84677"/>
                      <a:pt x="47704" y="84677"/>
                    </a:cubicBezTo>
                    <a:moveTo>
                      <a:pt x="45038" y="91345"/>
                    </a:moveTo>
                    <a:cubicBezTo>
                      <a:pt x="38563" y="91345"/>
                      <a:pt x="32660" y="90202"/>
                      <a:pt x="27137" y="87916"/>
                    </a:cubicBezTo>
                    <a:cubicBezTo>
                      <a:pt x="21615" y="85630"/>
                      <a:pt x="16854" y="82486"/>
                      <a:pt x="12759" y="78391"/>
                    </a:cubicBezTo>
                    <a:cubicBezTo>
                      <a:pt x="8665" y="74295"/>
                      <a:pt x="5523" y="69533"/>
                      <a:pt x="3333" y="63913"/>
                    </a:cubicBezTo>
                    <a:cubicBezTo>
                      <a:pt x="1143" y="58293"/>
                      <a:pt x="0" y="52292"/>
                      <a:pt x="0" y="45625"/>
                    </a:cubicBezTo>
                    <a:cubicBezTo>
                      <a:pt x="0" y="38957"/>
                      <a:pt x="1143" y="32956"/>
                      <a:pt x="3333" y="27337"/>
                    </a:cubicBezTo>
                    <a:cubicBezTo>
                      <a:pt x="5618" y="21812"/>
                      <a:pt x="8760" y="16954"/>
                      <a:pt x="12759" y="12954"/>
                    </a:cubicBezTo>
                    <a:cubicBezTo>
                      <a:pt x="16854" y="8858"/>
                      <a:pt x="21615" y="5715"/>
                      <a:pt x="27137" y="3429"/>
                    </a:cubicBezTo>
                    <a:cubicBezTo>
                      <a:pt x="32660" y="1143"/>
                      <a:pt x="38658" y="0"/>
                      <a:pt x="45038" y="0"/>
                    </a:cubicBezTo>
                    <a:cubicBezTo>
                      <a:pt x="51418" y="0"/>
                      <a:pt x="57416" y="1143"/>
                      <a:pt x="62939" y="3429"/>
                    </a:cubicBezTo>
                    <a:cubicBezTo>
                      <a:pt x="68462" y="5715"/>
                      <a:pt x="73223" y="8858"/>
                      <a:pt x="77317" y="12954"/>
                    </a:cubicBezTo>
                    <a:cubicBezTo>
                      <a:pt x="81411" y="17050"/>
                      <a:pt x="84554" y="21812"/>
                      <a:pt x="86839" y="27337"/>
                    </a:cubicBezTo>
                    <a:cubicBezTo>
                      <a:pt x="89124" y="32861"/>
                      <a:pt x="90267" y="38957"/>
                      <a:pt x="90267" y="45625"/>
                    </a:cubicBezTo>
                    <a:cubicBezTo>
                      <a:pt x="90267" y="52292"/>
                      <a:pt x="89124" y="58388"/>
                      <a:pt x="86839" y="63913"/>
                    </a:cubicBezTo>
                    <a:cubicBezTo>
                      <a:pt x="84554" y="69437"/>
                      <a:pt x="81411" y="74295"/>
                      <a:pt x="77317" y="78391"/>
                    </a:cubicBezTo>
                    <a:cubicBezTo>
                      <a:pt x="73223" y="82486"/>
                      <a:pt x="68462" y="85630"/>
                      <a:pt x="62939" y="87916"/>
                    </a:cubicBezTo>
                    <a:cubicBezTo>
                      <a:pt x="57416" y="90202"/>
                      <a:pt x="51418" y="91345"/>
                      <a:pt x="45038" y="9134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28" name="Google Shape;2428;p47"/>
              <p:cNvSpPr/>
              <p:nvPr/>
            </p:nvSpPr>
            <p:spPr>
              <a:xfrm>
                <a:off x="6789882" y="5943663"/>
                <a:ext cx="65986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65986" h="88582" extrusionOk="0">
                    <a:moveTo>
                      <a:pt x="0" y="88583"/>
                    </a:moveTo>
                    <a:lnTo>
                      <a:pt x="0" y="86487"/>
                    </a:lnTo>
                    <a:lnTo>
                      <a:pt x="10855" y="81058"/>
                    </a:lnTo>
                    <a:lnTo>
                      <a:pt x="10855" y="7430"/>
                    </a:lnTo>
                    <a:lnTo>
                      <a:pt x="0" y="2096"/>
                    </a:lnTo>
                    <a:lnTo>
                      <a:pt x="0" y="0"/>
                    </a:lnTo>
                    <a:lnTo>
                      <a:pt x="65986" y="0"/>
                    </a:lnTo>
                    <a:lnTo>
                      <a:pt x="65986" y="23051"/>
                    </a:lnTo>
                    <a:lnTo>
                      <a:pt x="63891" y="23051"/>
                    </a:lnTo>
                    <a:lnTo>
                      <a:pt x="55417" y="7334"/>
                    </a:lnTo>
                    <a:lnTo>
                      <a:pt x="24947" y="7334"/>
                    </a:lnTo>
                    <a:lnTo>
                      <a:pt x="24947" y="39338"/>
                    </a:lnTo>
                    <a:lnTo>
                      <a:pt x="45895" y="39338"/>
                    </a:lnTo>
                    <a:lnTo>
                      <a:pt x="52751" y="28004"/>
                    </a:lnTo>
                    <a:lnTo>
                      <a:pt x="54846" y="28004"/>
                    </a:lnTo>
                    <a:lnTo>
                      <a:pt x="54846" y="57436"/>
                    </a:lnTo>
                    <a:lnTo>
                      <a:pt x="52751" y="57436"/>
                    </a:lnTo>
                    <a:lnTo>
                      <a:pt x="45895" y="46387"/>
                    </a:lnTo>
                    <a:lnTo>
                      <a:pt x="24947" y="46387"/>
                    </a:lnTo>
                    <a:lnTo>
                      <a:pt x="24947" y="81058"/>
                    </a:lnTo>
                    <a:lnTo>
                      <a:pt x="37326" y="86487"/>
                    </a:lnTo>
                    <a:lnTo>
                      <a:pt x="37326" y="88583"/>
                    </a:lnTo>
                    <a:lnTo>
                      <a:pt x="0" y="885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29" name="Google Shape;2429;p47"/>
              <p:cNvSpPr/>
              <p:nvPr/>
            </p:nvSpPr>
            <p:spPr>
              <a:xfrm>
                <a:off x="7192178" y="5932519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30" name="Google Shape;2430;p47"/>
              <p:cNvSpPr/>
              <p:nvPr/>
            </p:nvSpPr>
            <p:spPr>
              <a:xfrm>
                <a:off x="7276160" y="5931662"/>
                <a:ext cx="162251" cy="112490"/>
              </a:xfrm>
              <a:custGeom>
                <a:avLst/>
                <a:gdLst/>
                <a:ahLst/>
                <a:cxnLst/>
                <a:rect l="l" t="t" r="r" b="b"/>
                <a:pathLst>
                  <a:path w="162251" h="112490" extrusionOk="0">
                    <a:moveTo>
                      <a:pt x="43895" y="112490"/>
                    </a:moveTo>
                    <a:lnTo>
                      <a:pt x="12759" y="9811"/>
                    </a:lnTo>
                    <a:lnTo>
                      <a:pt x="0" y="3524"/>
                    </a:lnTo>
                    <a:lnTo>
                      <a:pt x="0" y="857"/>
                    </a:lnTo>
                    <a:lnTo>
                      <a:pt x="45133" y="857"/>
                    </a:lnTo>
                    <a:lnTo>
                      <a:pt x="45133" y="3524"/>
                    </a:lnTo>
                    <a:lnTo>
                      <a:pt x="30851" y="9811"/>
                    </a:lnTo>
                    <a:lnTo>
                      <a:pt x="51322" y="80581"/>
                    </a:lnTo>
                    <a:lnTo>
                      <a:pt x="52370" y="80581"/>
                    </a:lnTo>
                    <a:lnTo>
                      <a:pt x="81411" y="0"/>
                    </a:lnTo>
                    <a:lnTo>
                      <a:pt x="88457" y="0"/>
                    </a:lnTo>
                    <a:lnTo>
                      <a:pt x="117975" y="80581"/>
                    </a:lnTo>
                    <a:lnTo>
                      <a:pt x="118927" y="80581"/>
                    </a:lnTo>
                    <a:lnTo>
                      <a:pt x="139304" y="9906"/>
                    </a:lnTo>
                    <a:lnTo>
                      <a:pt x="125021" y="3524"/>
                    </a:lnTo>
                    <a:lnTo>
                      <a:pt x="125021" y="857"/>
                    </a:lnTo>
                    <a:lnTo>
                      <a:pt x="162251" y="857"/>
                    </a:lnTo>
                    <a:lnTo>
                      <a:pt x="162251" y="3524"/>
                    </a:lnTo>
                    <a:lnTo>
                      <a:pt x="151016" y="9620"/>
                    </a:lnTo>
                    <a:lnTo>
                      <a:pt x="119499" y="112490"/>
                    </a:lnTo>
                    <a:lnTo>
                      <a:pt x="112548" y="112490"/>
                    </a:lnTo>
                    <a:lnTo>
                      <a:pt x="82363" y="32099"/>
                    </a:lnTo>
                    <a:lnTo>
                      <a:pt x="81221" y="32099"/>
                    </a:lnTo>
                    <a:lnTo>
                      <a:pt x="50656" y="112490"/>
                    </a:lnTo>
                    <a:lnTo>
                      <a:pt x="43895" y="1124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31" name="Google Shape;2431;p47"/>
              <p:cNvSpPr/>
              <p:nvPr/>
            </p:nvSpPr>
            <p:spPr>
              <a:xfrm>
                <a:off x="7537819" y="5932519"/>
                <a:ext cx="111404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111404" h="110870" extrusionOk="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609" y="101441"/>
                    </a:lnTo>
                    <a:lnTo>
                      <a:pt x="47609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4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174" y="108109"/>
                    </a:lnTo>
                    <a:lnTo>
                      <a:pt x="80174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432" name="Google Shape;2432;p47"/>
              <p:cNvGrpSpPr/>
              <p:nvPr/>
            </p:nvGrpSpPr>
            <p:grpSpPr>
              <a:xfrm>
                <a:off x="6895955" y="5908135"/>
                <a:ext cx="648624" cy="160972"/>
                <a:chOff x="6895955" y="5908135"/>
                <a:chExt cx="648624" cy="160972"/>
              </a:xfrm>
            </p:grpSpPr>
            <p:sp>
              <p:nvSpPr>
                <p:cNvPr id="2433" name="Google Shape;2433;p47"/>
                <p:cNvSpPr/>
                <p:nvPr/>
              </p:nvSpPr>
              <p:spPr>
                <a:xfrm>
                  <a:off x="7057445" y="5931852"/>
                  <a:ext cx="116451" cy="111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1" h="111347" extrusionOk="0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34" name="Google Shape;2434;p47"/>
                <p:cNvSpPr/>
                <p:nvPr/>
              </p:nvSpPr>
              <p:spPr>
                <a:xfrm>
                  <a:off x="7428128" y="5931852"/>
                  <a:ext cx="116451" cy="111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1" h="111347" extrusionOk="0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1" y="108585"/>
                      </a:lnTo>
                      <a:lnTo>
                        <a:pt x="72271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35" name="Google Shape;2435;p47"/>
                <p:cNvSpPr/>
                <p:nvPr/>
              </p:nvSpPr>
              <p:spPr>
                <a:xfrm>
                  <a:off x="6895955" y="5908135"/>
                  <a:ext cx="151111" cy="160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11" h="160972" extrusionOk="0">
                      <a:moveTo>
                        <a:pt x="78936" y="160973"/>
                      </a:moveTo>
                      <a:cubicBezTo>
                        <a:pt x="63796" y="160973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3"/>
                      </a:cubicBezTo>
                      <a:cubicBezTo>
                        <a:pt x="0" y="72581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7" y="6382"/>
                      </a:cubicBezTo>
                      <a:cubicBezTo>
                        <a:pt x="60940" y="2096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80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530"/>
                      </a:lnTo>
                      <a:lnTo>
                        <a:pt x="130353" y="49530"/>
                      </a:lnTo>
                      <a:lnTo>
                        <a:pt x="117594" y="22955"/>
                      </a:lnTo>
                      <a:cubicBezTo>
                        <a:pt x="110929" y="18193"/>
                        <a:pt x="105026" y="14859"/>
                        <a:pt x="99789" y="12859"/>
                      </a:cubicBezTo>
                      <a:cubicBezTo>
                        <a:pt x="94552" y="10858"/>
                        <a:pt x="88648" y="9906"/>
                        <a:pt x="81983" y="9906"/>
                      </a:cubicBezTo>
                      <a:cubicBezTo>
                        <a:pt x="69224" y="9906"/>
                        <a:pt x="57988" y="12763"/>
                        <a:pt x="48371" y="18479"/>
                      </a:cubicBezTo>
                      <a:cubicBezTo>
                        <a:pt x="38754" y="24194"/>
                        <a:pt x="31232" y="31909"/>
                        <a:pt x="25709" y="41624"/>
                      </a:cubicBezTo>
                      <a:cubicBezTo>
                        <a:pt x="20281" y="51340"/>
                        <a:pt x="17520" y="62103"/>
                        <a:pt x="17520" y="73914"/>
                      </a:cubicBezTo>
                      <a:cubicBezTo>
                        <a:pt x="17520" y="89725"/>
                        <a:pt x="20567" y="103251"/>
                        <a:pt x="26566" y="114395"/>
                      </a:cubicBezTo>
                      <a:cubicBezTo>
                        <a:pt x="32565" y="125635"/>
                        <a:pt x="40563" y="134207"/>
                        <a:pt x="50561" y="140208"/>
                      </a:cubicBezTo>
                      <a:cubicBezTo>
                        <a:pt x="60559" y="146209"/>
                        <a:pt x="71604" y="149161"/>
                        <a:pt x="83602" y="149161"/>
                      </a:cubicBezTo>
                      <a:cubicBezTo>
                        <a:pt x="89124" y="149161"/>
                        <a:pt x="94456" y="148781"/>
                        <a:pt x="99598" y="148114"/>
                      </a:cubicBezTo>
                      <a:cubicBezTo>
                        <a:pt x="104740" y="147447"/>
                        <a:pt x="110072" y="145923"/>
                        <a:pt x="115595" y="143732"/>
                      </a:cubicBezTo>
                      <a:lnTo>
                        <a:pt x="115595" y="102298"/>
                      </a:lnTo>
                      <a:lnTo>
                        <a:pt x="94742" y="94679"/>
                      </a:lnTo>
                      <a:lnTo>
                        <a:pt x="94742" y="89916"/>
                      </a:lnTo>
                      <a:lnTo>
                        <a:pt x="151111" y="89916"/>
                      </a:lnTo>
                      <a:lnTo>
                        <a:pt x="151111" y="94679"/>
                      </a:lnTo>
                      <a:lnTo>
                        <a:pt x="134067" y="102298"/>
                      </a:lnTo>
                      <a:lnTo>
                        <a:pt x="134067" y="142113"/>
                      </a:lnTo>
                      <a:cubicBezTo>
                        <a:pt x="127307" y="147923"/>
                        <a:pt x="118737" y="152590"/>
                        <a:pt x="108453" y="155924"/>
                      </a:cubicBezTo>
                      <a:cubicBezTo>
                        <a:pt x="98170" y="159353"/>
                        <a:pt x="88267" y="160973"/>
                        <a:pt x="78650" y="160973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436" name="Google Shape;2436;p47"/>
              <p:cNvSpPr/>
              <p:nvPr/>
            </p:nvSpPr>
            <p:spPr>
              <a:xfrm>
                <a:off x="6842538" y="5747639"/>
                <a:ext cx="115975" cy="111633"/>
              </a:xfrm>
              <a:custGeom>
                <a:avLst/>
                <a:gdLst/>
                <a:ahLst/>
                <a:cxnLst/>
                <a:rect l="l" t="t" r="r" b="b"/>
                <a:pathLst>
                  <a:path w="115975" h="111633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715"/>
                    </a:lnTo>
                    <a:lnTo>
                      <a:pt x="95" y="2667"/>
                    </a:lnTo>
                    <a:lnTo>
                      <a:pt x="95" y="0"/>
                    </a:lnTo>
                    <a:lnTo>
                      <a:pt x="26471" y="0"/>
                    </a:lnTo>
                    <a:lnTo>
                      <a:pt x="90743" y="79153"/>
                    </a:lnTo>
                    <a:lnTo>
                      <a:pt x="90743" y="9239"/>
                    </a:lnTo>
                    <a:lnTo>
                      <a:pt x="73508" y="2667"/>
                    </a:lnTo>
                    <a:lnTo>
                      <a:pt x="73508" y="0"/>
                    </a:lnTo>
                    <a:lnTo>
                      <a:pt x="115976" y="0"/>
                    </a:lnTo>
                    <a:lnTo>
                      <a:pt x="115976" y="2667"/>
                    </a:lnTo>
                    <a:lnTo>
                      <a:pt x="102550" y="9239"/>
                    </a:lnTo>
                    <a:lnTo>
                      <a:pt x="102550" y="111633"/>
                    </a:lnTo>
                    <a:lnTo>
                      <a:pt x="95313" y="111633"/>
                    </a:lnTo>
                    <a:lnTo>
                      <a:pt x="25328" y="25717"/>
                    </a:lnTo>
                    <a:lnTo>
                      <a:pt x="25328" y="101632"/>
                    </a:lnTo>
                    <a:lnTo>
                      <a:pt x="42562" y="108109"/>
                    </a:lnTo>
                    <a:lnTo>
                      <a:pt x="4256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37" name="Google Shape;2437;p47"/>
              <p:cNvSpPr/>
              <p:nvPr/>
            </p:nvSpPr>
            <p:spPr>
              <a:xfrm>
                <a:off x="6980985" y="5747639"/>
                <a:ext cx="44752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44752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2" y="0"/>
                    </a:lnTo>
                    <a:lnTo>
                      <a:pt x="44752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752" y="108109"/>
                    </a:lnTo>
                    <a:lnTo>
                      <a:pt x="4475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38" name="Google Shape;2438;p47"/>
              <p:cNvSpPr/>
              <p:nvPr/>
            </p:nvSpPr>
            <p:spPr>
              <a:xfrm>
                <a:off x="7046495" y="5747639"/>
                <a:ext cx="114642" cy="111633"/>
              </a:xfrm>
              <a:custGeom>
                <a:avLst/>
                <a:gdLst/>
                <a:ahLst/>
                <a:cxnLst/>
                <a:rect l="l" t="t" r="r" b="b"/>
                <a:pathLst>
                  <a:path w="114642" h="111633" extrusionOk="0">
                    <a:moveTo>
                      <a:pt x="54560" y="111633"/>
                    </a:moveTo>
                    <a:lnTo>
                      <a:pt x="11521" y="876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467" y="0"/>
                    </a:lnTo>
                    <a:lnTo>
                      <a:pt x="44467" y="2667"/>
                    </a:lnTo>
                    <a:lnTo>
                      <a:pt x="29803" y="9049"/>
                    </a:lnTo>
                    <a:lnTo>
                      <a:pt x="61225" y="84677"/>
                    </a:lnTo>
                    <a:lnTo>
                      <a:pt x="62082" y="84677"/>
                    </a:lnTo>
                    <a:lnTo>
                      <a:pt x="93123" y="8573"/>
                    </a:lnTo>
                    <a:lnTo>
                      <a:pt x="79221" y="2667"/>
                    </a:lnTo>
                    <a:lnTo>
                      <a:pt x="79221" y="0"/>
                    </a:lnTo>
                    <a:lnTo>
                      <a:pt x="114642" y="0"/>
                    </a:lnTo>
                    <a:lnTo>
                      <a:pt x="114642" y="2667"/>
                    </a:lnTo>
                    <a:lnTo>
                      <a:pt x="105025" y="7906"/>
                    </a:lnTo>
                    <a:lnTo>
                      <a:pt x="61225" y="111633"/>
                    </a:lnTo>
                    <a:lnTo>
                      <a:pt x="54560" y="1116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39" name="Google Shape;2439;p47"/>
              <p:cNvSpPr/>
              <p:nvPr/>
            </p:nvSpPr>
            <p:spPr>
              <a:xfrm>
                <a:off x="7178086" y="5747639"/>
                <a:ext cx="89028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9028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51625"/>
                    </a:lnTo>
                    <a:lnTo>
                      <a:pt x="59130" y="51625"/>
                    </a:lnTo>
                    <a:lnTo>
                      <a:pt x="67700" y="37528"/>
                    </a:lnTo>
                    <a:lnTo>
                      <a:pt x="70366" y="37528"/>
                    </a:lnTo>
                    <a:lnTo>
                      <a:pt x="70366" y="74676"/>
                    </a:lnTo>
                    <a:lnTo>
                      <a:pt x="67700" y="74676"/>
                    </a:lnTo>
                    <a:lnTo>
                      <a:pt x="59130" y="60865"/>
                    </a:lnTo>
                    <a:lnTo>
                      <a:pt x="31231" y="60865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8"/>
                    </a:lnTo>
                    <a:lnTo>
                      <a:pt x="89029" y="79438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440" name="Google Shape;2440;p47"/>
              <p:cNvGrpSpPr/>
              <p:nvPr/>
            </p:nvGrpSpPr>
            <p:grpSpPr>
              <a:xfrm>
                <a:off x="7293300" y="5746019"/>
                <a:ext cx="189388" cy="114204"/>
                <a:chOff x="7293300" y="5746019"/>
                <a:chExt cx="189388" cy="114204"/>
              </a:xfrm>
            </p:grpSpPr>
            <p:sp>
              <p:nvSpPr>
                <p:cNvPr id="2441" name="Google Shape;2441;p47"/>
                <p:cNvSpPr/>
                <p:nvPr/>
              </p:nvSpPr>
              <p:spPr>
                <a:xfrm>
                  <a:off x="7293300" y="5747543"/>
                  <a:ext cx="104454" cy="11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54" h="110775" extrusionOk="0">
                      <a:moveTo>
                        <a:pt x="41134" y="9335"/>
                      </a:moveTo>
                      <a:lnTo>
                        <a:pt x="31231" y="9335"/>
                      </a:lnTo>
                      <a:lnTo>
                        <a:pt x="31231" y="50959"/>
                      </a:lnTo>
                      <a:lnTo>
                        <a:pt x="42181" y="50959"/>
                      </a:lnTo>
                      <a:cubicBezTo>
                        <a:pt x="49132" y="50959"/>
                        <a:pt x="54845" y="48958"/>
                        <a:pt x="59416" y="44958"/>
                      </a:cubicBezTo>
                      <a:cubicBezTo>
                        <a:pt x="63986" y="40958"/>
                        <a:pt x="66176" y="35909"/>
                        <a:pt x="66176" y="29718"/>
                      </a:cubicBezTo>
                      <a:cubicBezTo>
                        <a:pt x="66176" y="23527"/>
                        <a:pt x="63986" y="18288"/>
                        <a:pt x="59511" y="14669"/>
                      </a:cubicBezTo>
                      <a:cubicBezTo>
                        <a:pt x="55131" y="11049"/>
                        <a:pt x="48942" y="9239"/>
                        <a:pt x="41134" y="9239"/>
                      </a:cubicBezTo>
                      <a:moveTo>
                        <a:pt x="0" y="110776"/>
                      </a:moveTo>
                      <a:lnTo>
                        <a:pt x="0" y="108109"/>
                      </a:lnTo>
                      <a:lnTo>
                        <a:pt x="13616" y="101346"/>
                      </a:lnTo>
                      <a:lnTo>
                        <a:pt x="13616" y="9335"/>
                      </a:lnTo>
                      <a:lnTo>
                        <a:pt x="0" y="2667"/>
                      </a:lnTo>
                      <a:lnTo>
                        <a:pt x="0" y="0"/>
                      </a:lnTo>
                      <a:lnTo>
                        <a:pt x="46657" y="0"/>
                      </a:lnTo>
                      <a:cubicBezTo>
                        <a:pt x="58464" y="0"/>
                        <a:pt x="67700" y="2477"/>
                        <a:pt x="74460" y="7334"/>
                      </a:cubicBezTo>
                      <a:cubicBezTo>
                        <a:pt x="81221" y="12192"/>
                        <a:pt x="84649" y="18860"/>
                        <a:pt x="84649" y="27432"/>
                      </a:cubicBezTo>
                      <a:cubicBezTo>
                        <a:pt x="84649" y="33719"/>
                        <a:pt x="82554" y="39243"/>
                        <a:pt x="78269" y="44006"/>
                      </a:cubicBezTo>
                      <a:cubicBezTo>
                        <a:pt x="73984" y="48863"/>
                        <a:pt x="68462" y="52483"/>
                        <a:pt x="61511" y="55054"/>
                      </a:cubicBezTo>
                      <a:lnTo>
                        <a:pt x="93218" y="101917"/>
                      </a:lnTo>
                      <a:lnTo>
                        <a:pt x="104454" y="108109"/>
                      </a:lnTo>
                      <a:lnTo>
                        <a:pt x="104454" y="110776"/>
                      </a:lnTo>
                      <a:lnTo>
                        <a:pt x="77412" y="110776"/>
                      </a:lnTo>
                      <a:lnTo>
                        <a:pt x="45229" y="59722"/>
                      </a:lnTo>
                      <a:lnTo>
                        <a:pt x="31327" y="59722"/>
                      </a:lnTo>
                      <a:lnTo>
                        <a:pt x="31327" y="101156"/>
                      </a:lnTo>
                      <a:lnTo>
                        <a:pt x="43895" y="108013"/>
                      </a:lnTo>
                      <a:lnTo>
                        <a:pt x="43895" y="110681"/>
                      </a:lnTo>
                      <a:lnTo>
                        <a:pt x="95" y="1106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42" name="Google Shape;2442;p47"/>
                <p:cNvSpPr/>
                <p:nvPr/>
              </p:nvSpPr>
              <p:spPr>
                <a:xfrm>
                  <a:off x="7410513" y="5746019"/>
                  <a:ext cx="72175" cy="1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75" h="114204" extrusionOk="0">
                      <a:moveTo>
                        <a:pt x="35135" y="114110"/>
                      </a:moveTo>
                      <a:cubicBezTo>
                        <a:pt x="28089" y="114110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7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2"/>
                        <a:pt x="53322" y="1810"/>
                      </a:cubicBezTo>
                      <a:cubicBezTo>
                        <a:pt x="57893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144"/>
                        <a:pt x="47514" y="10001"/>
                      </a:cubicBezTo>
                      <a:cubicBezTo>
                        <a:pt x="44657" y="8763"/>
                        <a:pt x="41325" y="8192"/>
                        <a:pt x="37611" y="8192"/>
                      </a:cubicBezTo>
                      <a:cubicBezTo>
                        <a:pt x="32755" y="8192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4"/>
                        <a:pt x="20853" y="25337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6" y="57722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9"/>
                        <a:pt x="71033" y="91726"/>
                        <a:pt x="68843" y="95726"/>
                      </a:cubicBezTo>
                      <a:cubicBezTo>
                        <a:pt x="66653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443" name="Google Shape;2443;p47"/>
              <p:cNvSpPr/>
              <p:nvPr/>
            </p:nvSpPr>
            <p:spPr>
              <a:xfrm>
                <a:off x="7513158" y="5747639"/>
                <a:ext cx="44847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44847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44" name="Google Shape;2444;p47"/>
              <p:cNvSpPr/>
              <p:nvPr/>
            </p:nvSpPr>
            <p:spPr>
              <a:xfrm>
                <a:off x="7582762" y="5747639"/>
                <a:ext cx="99693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99693" h="110870" extrusionOk="0">
                    <a:moveTo>
                      <a:pt x="24185" y="110871"/>
                    </a:moveTo>
                    <a:lnTo>
                      <a:pt x="24185" y="108109"/>
                    </a:lnTo>
                    <a:lnTo>
                      <a:pt x="41134" y="101441"/>
                    </a:lnTo>
                    <a:lnTo>
                      <a:pt x="41134" y="9239"/>
                    </a:lnTo>
                    <a:lnTo>
                      <a:pt x="14568" y="9239"/>
                    </a:lnTo>
                    <a:lnTo>
                      <a:pt x="2666" y="34576"/>
                    </a:lnTo>
                    <a:lnTo>
                      <a:pt x="0" y="34576"/>
                    </a:lnTo>
                    <a:lnTo>
                      <a:pt x="0" y="0"/>
                    </a:lnTo>
                    <a:lnTo>
                      <a:pt x="99693" y="0"/>
                    </a:lnTo>
                    <a:lnTo>
                      <a:pt x="99693" y="34576"/>
                    </a:lnTo>
                    <a:lnTo>
                      <a:pt x="97027" y="34576"/>
                    </a:lnTo>
                    <a:lnTo>
                      <a:pt x="85220" y="9239"/>
                    </a:lnTo>
                    <a:lnTo>
                      <a:pt x="58559" y="9239"/>
                    </a:lnTo>
                    <a:lnTo>
                      <a:pt x="58559" y="101441"/>
                    </a:lnTo>
                    <a:lnTo>
                      <a:pt x="75698" y="108109"/>
                    </a:lnTo>
                    <a:lnTo>
                      <a:pt x="75698" y="110871"/>
                    </a:lnTo>
                    <a:lnTo>
                      <a:pt x="2418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45" name="Google Shape;2445;p47"/>
              <p:cNvSpPr/>
              <p:nvPr/>
            </p:nvSpPr>
            <p:spPr>
              <a:xfrm>
                <a:off x="7698262" y="5747639"/>
                <a:ext cx="111404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111404" h="110870" extrusionOk="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704" y="101441"/>
                    </a:lnTo>
                    <a:lnTo>
                      <a:pt x="47704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3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269" y="108109"/>
                    </a:lnTo>
                    <a:lnTo>
                      <a:pt x="80269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46" name="Google Shape;2446;p47"/>
              <p:cNvSpPr/>
              <p:nvPr/>
            </p:nvSpPr>
            <p:spPr>
              <a:xfrm>
                <a:off x="6668955" y="5720492"/>
                <a:ext cx="157776" cy="158781"/>
              </a:xfrm>
              <a:custGeom>
                <a:avLst/>
                <a:gdLst/>
                <a:ahLst/>
                <a:cxnLst/>
                <a:rect l="l" t="t" r="r" b="b"/>
                <a:pathLst>
                  <a:path w="157776" h="158781" extrusionOk="0">
                    <a:moveTo>
                      <a:pt x="79126" y="158782"/>
                    </a:moveTo>
                    <a:cubicBezTo>
                      <a:pt x="67605" y="158782"/>
                      <a:pt x="57321" y="156686"/>
                      <a:pt x="48180" y="152400"/>
                    </a:cubicBezTo>
                    <a:cubicBezTo>
                      <a:pt x="39135" y="148114"/>
                      <a:pt x="31993" y="141541"/>
                      <a:pt x="26756" y="132493"/>
                    </a:cubicBezTo>
                    <a:cubicBezTo>
                      <a:pt x="21519" y="123539"/>
                      <a:pt x="18948" y="111823"/>
                      <a:pt x="18948" y="97441"/>
                    </a:cubicBezTo>
                    <a:lnTo>
                      <a:pt x="18948" y="11906"/>
                    </a:lnTo>
                    <a:lnTo>
                      <a:pt x="0" y="4763"/>
                    </a:lnTo>
                    <a:lnTo>
                      <a:pt x="0" y="0"/>
                    </a:lnTo>
                    <a:lnTo>
                      <a:pt x="56369" y="0"/>
                    </a:lnTo>
                    <a:lnTo>
                      <a:pt x="56369" y="4763"/>
                    </a:lnTo>
                    <a:lnTo>
                      <a:pt x="37421" y="11906"/>
                    </a:lnTo>
                    <a:lnTo>
                      <a:pt x="37421" y="94107"/>
                    </a:lnTo>
                    <a:cubicBezTo>
                      <a:pt x="37421" y="107251"/>
                      <a:pt x="39420" y="117634"/>
                      <a:pt x="43419" y="125254"/>
                    </a:cubicBezTo>
                    <a:cubicBezTo>
                      <a:pt x="47419" y="132874"/>
                      <a:pt x="53036" y="138398"/>
                      <a:pt x="60083" y="141732"/>
                    </a:cubicBezTo>
                    <a:cubicBezTo>
                      <a:pt x="67224" y="145066"/>
                      <a:pt x="75317" y="146685"/>
                      <a:pt x="84458" y="146685"/>
                    </a:cubicBezTo>
                    <a:cubicBezTo>
                      <a:pt x="92076" y="146685"/>
                      <a:pt x="98931" y="145161"/>
                      <a:pt x="105025" y="142113"/>
                    </a:cubicBezTo>
                    <a:cubicBezTo>
                      <a:pt x="111215" y="139065"/>
                      <a:pt x="116071" y="134207"/>
                      <a:pt x="119784" y="127540"/>
                    </a:cubicBezTo>
                    <a:cubicBezTo>
                      <a:pt x="123498" y="120872"/>
                      <a:pt x="125402" y="112204"/>
                      <a:pt x="125402" y="101441"/>
                    </a:cubicBezTo>
                    <a:lnTo>
                      <a:pt x="125402" y="11430"/>
                    </a:lnTo>
                    <a:lnTo>
                      <a:pt x="101693" y="4763"/>
                    </a:lnTo>
                    <a:lnTo>
                      <a:pt x="101693" y="0"/>
                    </a:lnTo>
                    <a:lnTo>
                      <a:pt x="157776" y="0"/>
                    </a:lnTo>
                    <a:lnTo>
                      <a:pt x="157776" y="4763"/>
                    </a:lnTo>
                    <a:lnTo>
                      <a:pt x="139018" y="11620"/>
                    </a:lnTo>
                    <a:lnTo>
                      <a:pt x="139018" y="97345"/>
                    </a:lnTo>
                    <a:cubicBezTo>
                      <a:pt x="139018" y="111728"/>
                      <a:pt x="136447" y="123444"/>
                      <a:pt x="131210" y="132397"/>
                    </a:cubicBezTo>
                    <a:cubicBezTo>
                      <a:pt x="125973" y="141351"/>
                      <a:pt x="118832" y="148018"/>
                      <a:pt x="109786" y="152305"/>
                    </a:cubicBezTo>
                    <a:cubicBezTo>
                      <a:pt x="100741" y="156591"/>
                      <a:pt x="90362" y="158686"/>
                      <a:pt x="78840" y="158686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447" name="Google Shape;2447;p47"/>
              <p:cNvGrpSpPr/>
              <p:nvPr/>
            </p:nvGrpSpPr>
            <p:grpSpPr>
              <a:xfrm>
                <a:off x="5334025" y="5104384"/>
                <a:ext cx="1102344" cy="1102714"/>
                <a:chOff x="5334025" y="5104384"/>
                <a:chExt cx="1102344" cy="1102714"/>
              </a:xfrm>
            </p:grpSpPr>
            <p:sp>
              <p:nvSpPr>
                <p:cNvPr id="2448" name="Google Shape;2448;p47"/>
                <p:cNvSpPr/>
                <p:nvPr/>
              </p:nvSpPr>
              <p:spPr>
                <a:xfrm>
                  <a:off x="5334025" y="5104384"/>
                  <a:ext cx="1102344" cy="1102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344" h="1102714" extrusionOk="0">
                      <a:moveTo>
                        <a:pt x="1072605" y="373126"/>
                      </a:moveTo>
                      <a:cubicBezTo>
                        <a:pt x="1170965" y="661162"/>
                        <a:pt x="1017378" y="974534"/>
                        <a:pt x="729344" y="1072928"/>
                      </a:cubicBezTo>
                      <a:cubicBezTo>
                        <a:pt x="441405" y="1171416"/>
                        <a:pt x="128138" y="1017683"/>
                        <a:pt x="29777" y="729551"/>
                      </a:cubicBezTo>
                      <a:cubicBezTo>
                        <a:pt x="-68678" y="441515"/>
                        <a:pt x="85004" y="128143"/>
                        <a:pt x="372943" y="29750"/>
                      </a:cubicBezTo>
                      <a:cubicBezTo>
                        <a:pt x="660882" y="-68644"/>
                        <a:pt x="974149" y="84995"/>
                        <a:pt x="1072509" y="373126"/>
                      </a:cubicBezTo>
                    </a:path>
                  </a:pathLst>
                </a:custGeom>
                <a:solidFill>
                  <a:srgbClr val="A8005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49" name="Google Shape;2449;p47"/>
                <p:cNvSpPr/>
                <p:nvPr/>
              </p:nvSpPr>
              <p:spPr>
                <a:xfrm>
                  <a:off x="5413237" y="5171948"/>
                  <a:ext cx="951211" cy="966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211" h="966216" extrusionOk="0">
                      <a:moveTo>
                        <a:pt x="951116" y="404336"/>
                      </a:moveTo>
                      <a:lnTo>
                        <a:pt x="949116" y="404908"/>
                      </a:lnTo>
                      <a:lnTo>
                        <a:pt x="941404" y="396050"/>
                      </a:lnTo>
                      <a:lnTo>
                        <a:pt x="914362" y="403193"/>
                      </a:lnTo>
                      <a:cubicBezTo>
                        <a:pt x="915028" y="404908"/>
                        <a:pt x="915695" y="406622"/>
                        <a:pt x="916266" y="408432"/>
                      </a:cubicBezTo>
                      <a:lnTo>
                        <a:pt x="911029" y="412433"/>
                      </a:lnTo>
                      <a:cubicBezTo>
                        <a:pt x="910172" y="409766"/>
                        <a:pt x="909315" y="407194"/>
                        <a:pt x="908363" y="404813"/>
                      </a:cubicBezTo>
                      <a:lnTo>
                        <a:pt x="872751" y="414242"/>
                      </a:lnTo>
                      <a:lnTo>
                        <a:pt x="870466" y="425768"/>
                      </a:lnTo>
                      <a:lnTo>
                        <a:pt x="868467" y="426339"/>
                      </a:lnTo>
                      <a:lnTo>
                        <a:pt x="859707" y="393097"/>
                      </a:lnTo>
                      <a:lnTo>
                        <a:pt x="861706" y="392525"/>
                      </a:lnTo>
                      <a:lnTo>
                        <a:pt x="869324" y="401193"/>
                      </a:lnTo>
                      <a:lnTo>
                        <a:pt x="902459" y="392430"/>
                      </a:lnTo>
                      <a:cubicBezTo>
                        <a:pt x="901698" y="391192"/>
                        <a:pt x="901031" y="389858"/>
                        <a:pt x="900269" y="388715"/>
                      </a:cubicBezTo>
                      <a:cubicBezTo>
                        <a:pt x="885225" y="365570"/>
                        <a:pt x="864944" y="360998"/>
                        <a:pt x="859421" y="360236"/>
                      </a:cubicBezTo>
                      <a:lnTo>
                        <a:pt x="858564" y="360426"/>
                      </a:lnTo>
                      <a:lnTo>
                        <a:pt x="856183" y="371666"/>
                      </a:lnTo>
                      <a:lnTo>
                        <a:pt x="854184" y="372237"/>
                      </a:lnTo>
                      <a:lnTo>
                        <a:pt x="845424" y="338995"/>
                      </a:lnTo>
                      <a:lnTo>
                        <a:pt x="847423" y="338423"/>
                      </a:lnTo>
                      <a:lnTo>
                        <a:pt x="855136" y="347282"/>
                      </a:lnTo>
                      <a:lnTo>
                        <a:pt x="923788" y="329184"/>
                      </a:lnTo>
                      <a:lnTo>
                        <a:pt x="926169" y="317754"/>
                      </a:lnTo>
                      <a:lnTo>
                        <a:pt x="928168" y="317183"/>
                      </a:lnTo>
                      <a:lnTo>
                        <a:pt x="936928" y="350425"/>
                      </a:lnTo>
                      <a:lnTo>
                        <a:pt x="934929" y="350996"/>
                      </a:lnTo>
                      <a:lnTo>
                        <a:pt x="927311" y="342424"/>
                      </a:lnTo>
                      <a:lnTo>
                        <a:pt x="871133" y="357283"/>
                      </a:lnTo>
                      <a:cubicBezTo>
                        <a:pt x="874656" y="358616"/>
                        <a:pt x="878655" y="360521"/>
                        <a:pt x="882845" y="363188"/>
                      </a:cubicBezTo>
                      <a:cubicBezTo>
                        <a:pt x="890272" y="367856"/>
                        <a:pt x="898270" y="374809"/>
                        <a:pt x="905126" y="385286"/>
                      </a:cubicBezTo>
                      <a:cubicBezTo>
                        <a:pt x="906268" y="387096"/>
                        <a:pt x="907506" y="389001"/>
                        <a:pt x="908649" y="391001"/>
                      </a:cubicBezTo>
                      <a:lnTo>
                        <a:pt x="938071" y="383191"/>
                      </a:lnTo>
                      <a:lnTo>
                        <a:pt x="940451" y="371856"/>
                      </a:lnTo>
                      <a:lnTo>
                        <a:pt x="942451" y="371285"/>
                      </a:lnTo>
                      <a:lnTo>
                        <a:pt x="951211" y="404527"/>
                      </a:lnTo>
                      <a:close/>
                      <a:moveTo>
                        <a:pt x="921693" y="539115"/>
                      </a:moveTo>
                      <a:cubicBezTo>
                        <a:pt x="913886" y="539401"/>
                        <a:pt x="907696" y="545973"/>
                        <a:pt x="907982" y="553784"/>
                      </a:cubicBezTo>
                      <a:cubicBezTo>
                        <a:pt x="908268" y="561594"/>
                        <a:pt x="914743" y="567785"/>
                        <a:pt x="922646" y="567500"/>
                      </a:cubicBezTo>
                      <a:cubicBezTo>
                        <a:pt x="930454" y="567214"/>
                        <a:pt x="936643" y="560642"/>
                        <a:pt x="936357" y="552831"/>
                      </a:cubicBezTo>
                      <a:cubicBezTo>
                        <a:pt x="936071" y="545021"/>
                        <a:pt x="929597" y="538829"/>
                        <a:pt x="921693" y="539115"/>
                      </a:cubicBezTo>
                      <a:moveTo>
                        <a:pt x="875608" y="746474"/>
                      </a:moveTo>
                      <a:lnTo>
                        <a:pt x="877322" y="747713"/>
                      </a:lnTo>
                      <a:lnTo>
                        <a:pt x="856088" y="777812"/>
                      </a:lnTo>
                      <a:lnTo>
                        <a:pt x="854374" y="776573"/>
                      </a:lnTo>
                      <a:lnTo>
                        <a:pt x="856850" y="764096"/>
                      </a:lnTo>
                      <a:lnTo>
                        <a:pt x="830189" y="745236"/>
                      </a:lnTo>
                      <a:lnTo>
                        <a:pt x="781818" y="746093"/>
                      </a:lnTo>
                      <a:lnTo>
                        <a:pt x="773439" y="750189"/>
                      </a:lnTo>
                      <a:lnTo>
                        <a:pt x="771725" y="748951"/>
                      </a:lnTo>
                      <a:lnTo>
                        <a:pt x="791054" y="721614"/>
                      </a:lnTo>
                      <a:lnTo>
                        <a:pt x="792768" y="722757"/>
                      </a:lnTo>
                      <a:lnTo>
                        <a:pt x="791150" y="733235"/>
                      </a:lnTo>
                      <a:lnTo>
                        <a:pt x="791530" y="733520"/>
                      </a:lnTo>
                      <a:lnTo>
                        <a:pt x="830284" y="732758"/>
                      </a:lnTo>
                      <a:lnTo>
                        <a:pt x="816858" y="697802"/>
                      </a:lnTo>
                      <a:lnTo>
                        <a:pt x="816478" y="697516"/>
                      </a:lnTo>
                      <a:lnTo>
                        <a:pt x="807051" y="702564"/>
                      </a:lnTo>
                      <a:lnTo>
                        <a:pt x="805337" y="701326"/>
                      </a:lnTo>
                      <a:lnTo>
                        <a:pt x="821524" y="678466"/>
                      </a:lnTo>
                      <a:lnTo>
                        <a:pt x="823238" y="679704"/>
                      </a:lnTo>
                      <a:lnTo>
                        <a:pt x="821905" y="689039"/>
                      </a:lnTo>
                      <a:lnTo>
                        <a:pt x="838092" y="733997"/>
                      </a:lnTo>
                      <a:lnTo>
                        <a:pt x="864944" y="752951"/>
                      </a:lnTo>
                      <a:lnTo>
                        <a:pt x="875894" y="746379"/>
                      </a:lnTo>
                      <a:close/>
                      <a:moveTo>
                        <a:pt x="207273" y="87440"/>
                      </a:moveTo>
                      <a:lnTo>
                        <a:pt x="245932" y="147066"/>
                      </a:lnTo>
                      <a:lnTo>
                        <a:pt x="239838" y="157163"/>
                      </a:lnTo>
                      <a:lnTo>
                        <a:pt x="240980" y="158877"/>
                      </a:lnTo>
                      <a:lnTo>
                        <a:pt x="270022" y="140018"/>
                      </a:lnTo>
                      <a:lnTo>
                        <a:pt x="268879" y="138303"/>
                      </a:lnTo>
                      <a:lnTo>
                        <a:pt x="257263" y="139637"/>
                      </a:lnTo>
                      <a:lnTo>
                        <a:pt x="218604" y="80010"/>
                      </a:lnTo>
                      <a:lnTo>
                        <a:pt x="224603" y="69914"/>
                      </a:lnTo>
                      <a:lnTo>
                        <a:pt x="223460" y="68199"/>
                      </a:lnTo>
                      <a:lnTo>
                        <a:pt x="194419" y="87058"/>
                      </a:lnTo>
                      <a:lnTo>
                        <a:pt x="195561" y="88773"/>
                      </a:lnTo>
                      <a:lnTo>
                        <a:pt x="207273" y="87344"/>
                      </a:lnTo>
                      <a:close/>
                      <a:moveTo>
                        <a:pt x="327343" y="23050"/>
                      </a:moveTo>
                      <a:lnTo>
                        <a:pt x="326867" y="21050"/>
                      </a:lnTo>
                      <a:lnTo>
                        <a:pt x="361812" y="12763"/>
                      </a:lnTo>
                      <a:lnTo>
                        <a:pt x="362288" y="14764"/>
                      </a:lnTo>
                      <a:lnTo>
                        <a:pt x="352004" y="22574"/>
                      </a:lnTo>
                      <a:lnTo>
                        <a:pt x="368477" y="91821"/>
                      </a:lnTo>
                      <a:lnTo>
                        <a:pt x="398376" y="84677"/>
                      </a:lnTo>
                      <a:lnTo>
                        <a:pt x="402184" y="60865"/>
                      </a:lnTo>
                      <a:lnTo>
                        <a:pt x="404184" y="60388"/>
                      </a:lnTo>
                      <a:lnTo>
                        <a:pt x="410944" y="89059"/>
                      </a:lnTo>
                      <a:lnTo>
                        <a:pt x="346577" y="104394"/>
                      </a:lnTo>
                      <a:lnTo>
                        <a:pt x="346101" y="102394"/>
                      </a:lnTo>
                      <a:lnTo>
                        <a:pt x="355147" y="94869"/>
                      </a:lnTo>
                      <a:lnTo>
                        <a:pt x="338674" y="25718"/>
                      </a:lnTo>
                      <a:lnTo>
                        <a:pt x="327248" y="23050"/>
                      </a:lnTo>
                      <a:close/>
                      <a:moveTo>
                        <a:pt x="383807" y="953072"/>
                      </a:moveTo>
                      <a:lnTo>
                        <a:pt x="353909" y="946023"/>
                      </a:lnTo>
                      <a:lnTo>
                        <a:pt x="370191" y="876681"/>
                      </a:lnTo>
                      <a:lnTo>
                        <a:pt x="382855" y="874300"/>
                      </a:lnTo>
                      <a:lnTo>
                        <a:pt x="383331" y="872300"/>
                      </a:lnTo>
                      <a:lnTo>
                        <a:pt x="348386" y="864108"/>
                      </a:lnTo>
                      <a:lnTo>
                        <a:pt x="347910" y="866108"/>
                      </a:lnTo>
                      <a:lnTo>
                        <a:pt x="356956" y="873538"/>
                      </a:lnTo>
                      <a:lnTo>
                        <a:pt x="340769" y="942785"/>
                      </a:lnTo>
                      <a:lnTo>
                        <a:pt x="329343" y="945452"/>
                      </a:lnTo>
                      <a:lnTo>
                        <a:pt x="328866" y="947452"/>
                      </a:lnTo>
                      <a:lnTo>
                        <a:pt x="393234" y="962501"/>
                      </a:lnTo>
                      <a:lnTo>
                        <a:pt x="399994" y="933831"/>
                      </a:lnTo>
                      <a:lnTo>
                        <a:pt x="397995" y="933355"/>
                      </a:lnTo>
                      <a:lnTo>
                        <a:pt x="383902" y="952976"/>
                      </a:lnTo>
                      <a:close/>
                      <a:moveTo>
                        <a:pt x="602047" y="865251"/>
                      </a:moveTo>
                      <a:lnTo>
                        <a:pt x="602428" y="867251"/>
                      </a:lnTo>
                      <a:lnTo>
                        <a:pt x="594715" y="873347"/>
                      </a:lnTo>
                      <a:lnTo>
                        <a:pt x="584527" y="955929"/>
                      </a:lnTo>
                      <a:lnTo>
                        <a:pt x="579290" y="956882"/>
                      </a:lnTo>
                      <a:lnTo>
                        <a:pt x="545487" y="899732"/>
                      </a:lnTo>
                      <a:lnTo>
                        <a:pt x="544630" y="899922"/>
                      </a:lnTo>
                      <a:lnTo>
                        <a:pt x="532252" y="965264"/>
                      </a:lnTo>
                      <a:lnTo>
                        <a:pt x="527110" y="966216"/>
                      </a:lnTo>
                      <a:lnTo>
                        <a:pt x="489499" y="892207"/>
                      </a:lnTo>
                      <a:lnTo>
                        <a:pt x="478930" y="889159"/>
                      </a:lnTo>
                      <a:lnTo>
                        <a:pt x="478549" y="887159"/>
                      </a:lnTo>
                      <a:lnTo>
                        <a:pt x="512923" y="881063"/>
                      </a:lnTo>
                      <a:lnTo>
                        <a:pt x="513304" y="883063"/>
                      </a:lnTo>
                      <a:lnTo>
                        <a:pt x="503306" y="889730"/>
                      </a:lnTo>
                      <a:lnTo>
                        <a:pt x="528443" y="940880"/>
                      </a:lnTo>
                      <a:lnTo>
                        <a:pt x="529205" y="940880"/>
                      </a:lnTo>
                      <a:cubicBezTo>
                        <a:pt x="529205" y="940880"/>
                        <a:pt x="540441" y="875538"/>
                        <a:pt x="540441" y="875538"/>
                      </a:cubicBezTo>
                      <a:lnTo>
                        <a:pt x="545773" y="874586"/>
                      </a:lnTo>
                      <a:lnTo>
                        <a:pt x="579099" y="931926"/>
                      </a:lnTo>
                      <a:lnTo>
                        <a:pt x="579861" y="931926"/>
                      </a:lnTo>
                      <a:cubicBezTo>
                        <a:pt x="579861" y="931926"/>
                        <a:pt x="585764" y="875252"/>
                        <a:pt x="585764" y="875252"/>
                      </a:cubicBezTo>
                      <a:lnTo>
                        <a:pt x="574053" y="872300"/>
                      </a:lnTo>
                      <a:lnTo>
                        <a:pt x="573672" y="870204"/>
                      </a:lnTo>
                      <a:lnTo>
                        <a:pt x="602047" y="865156"/>
                      </a:lnTo>
                      <a:close/>
                      <a:moveTo>
                        <a:pt x="226983" y="850392"/>
                      </a:moveTo>
                      <a:cubicBezTo>
                        <a:pt x="215271" y="847058"/>
                        <a:pt x="204893" y="846963"/>
                        <a:pt x="196418" y="848297"/>
                      </a:cubicBezTo>
                      <a:lnTo>
                        <a:pt x="196418" y="848297"/>
                      </a:lnTo>
                      <a:lnTo>
                        <a:pt x="232696" y="824484"/>
                      </a:lnTo>
                      <a:lnTo>
                        <a:pt x="226983" y="850392"/>
                      </a:lnTo>
                      <a:close/>
                      <a:moveTo>
                        <a:pt x="239266" y="854869"/>
                      </a:moveTo>
                      <a:lnTo>
                        <a:pt x="248217" y="813245"/>
                      </a:lnTo>
                      <a:lnTo>
                        <a:pt x="242313" y="809149"/>
                      </a:lnTo>
                      <a:lnTo>
                        <a:pt x="169091" y="856202"/>
                      </a:lnTo>
                      <a:lnTo>
                        <a:pt x="159855" y="855059"/>
                      </a:lnTo>
                      <a:lnTo>
                        <a:pt x="158712" y="856774"/>
                      </a:lnTo>
                      <a:lnTo>
                        <a:pt x="181850" y="872776"/>
                      </a:lnTo>
                      <a:lnTo>
                        <a:pt x="182993" y="871061"/>
                      </a:lnTo>
                      <a:lnTo>
                        <a:pt x="176613" y="861346"/>
                      </a:lnTo>
                      <a:cubicBezTo>
                        <a:pt x="180041" y="859060"/>
                        <a:pt x="198513" y="848106"/>
                        <a:pt x="225650" y="856107"/>
                      </a:cubicBezTo>
                      <a:lnTo>
                        <a:pt x="218223" y="889826"/>
                      </a:lnTo>
                      <a:lnTo>
                        <a:pt x="206226" y="887063"/>
                      </a:lnTo>
                      <a:lnTo>
                        <a:pt x="205083" y="888778"/>
                      </a:lnTo>
                      <a:lnTo>
                        <a:pt x="233363" y="908304"/>
                      </a:lnTo>
                      <a:lnTo>
                        <a:pt x="234505" y="906590"/>
                      </a:lnTo>
                      <a:lnTo>
                        <a:pt x="230030" y="897731"/>
                      </a:lnTo>
                      <a:lnTo>
                        <a:pt x="237933" y="860774"/>
                      </a:lnTo>
                      <a:lnTo>
                        <a:pt x="237933" y="860774"/>
                      </a:lnTo>
                      <a:cubicBezTo>
                        <a:pt x="241456" y="862394"/>
                        <a:pt x="245075" y="864394"/>
                        <a:pt x="248788" y="866775"/>
                      </a:cubicBezTo>
                      <a:lnTo>
                        <a:pt x="250121" y="860489"/>
                      </a:lnTo>
                      <a:cubicBezTo>
                        <a:pt x="246408" y="858203"/>
                        <a:pt x="242789" y="856298"/>
                        <a:pt x="239266" y="854774"/>
                      </a:cubicBezTo>
                      <a:cubicBezTo>
                        <a:pt x="239266" y="854774"/>
                        <a:pt x="239266" y="854774"/>
                        <a:pt x="239266" y="854774"/>
                      </a:cubicBezTo>
                      <a:moveTo>
                        <a:pt x="51782" y="552069"/>
                      </a:moveTo>
                      <a:cubicBezTo>
                        <a:pt x="52068" y="559594"/>
                        <a:pt x="46069" y="565880"/>
                        <a:pt x="38547" y="566166"/>
                      </a:cubicBezTo>
                      <a:cubicBezTo>
                        <a:pt x="31025" y="566452"/>
                        <a:pt x="24740" y="560451"/>
                        <a:pt x="24455" y="552926"/>
                      </a:cubicBezTo>
                      <a:cubicBezTo>
                        <a:pt x="24169" y="545402"/>
                        <a:pt x="30168" y="539115"/>
                        <a:pt x="37690" y="538829"/>
                      </a:cubicBezTo>
                      <a:cubicBezTo>
                        <a:pt x="45212" y="538544"/>
                        <a:pt x="51496" y="544544"/>
                        <a:pt x="51782" y="552069"/>
                      </a:cubicBezTo>
                      <a:moveTo>
                        <a:pt x="79110" y="406051"/>
                      </a:moveTo>
                      <a:cubicBezTo>
                        <a:pt x="82347" y="401384"/>
                        <a:pt x="84728" y="395954"/>
                        <a:pt x="86156" y="389953"/>
                      </a:cubicBezTo>
                      <a:cubicBezTo>
                        <a:pt x="87013" y="386334"/>
                        <a:pt x="87489" y="382524"/>
                        <a:pt x="87489" y="378428"/>
                      </a:cubicBezTo>
                      <a:cubicBezTo>
                        <a:pt x="87489" y="374333"/>
                        <a:pt x="87203" y="370332"/>
                        <a:pt x="86441" y="366427"/>
                      </a:cubicBezTo>
                      <a:cubicBezTo>
                        <a:pt x="85680" y="362522"/>
                        <a:pt x="84537" y="358997"/>
                        <a:pt x="83014" y="356045"/>
                      </a:cubicBezTo>
                      <a:lnTo>
                        <a:pt x="63113" y="351282"/>
                      </a:lnTo>
                      <a:lnTo>
                        <a:pt x="59685" y="341186"/>
                      </a:lnTo>
                      <a:lnTo>
                        <a:pt x="57686" y="340709"/>
                      </a:lnTo>
                      <a:lnTo>
                        <a:pt x="49783" y="374047"/>
                      </a:lnTo>
                      <a:lnTo>
                        <a:pt x="51782" y="374523"/>
                      </a:lnTo>
                      <a:lnTo>
                        <a:pt x="59590" y="364522"/>
                      </a:lnTo>
                      <a:lnTo>
                        <a:pt x="81204" y="369665"/>
                      </a:lnTo>
                      <a:cubicBezTo>
                        <a:pt x="81490" y="372332"/>
                        <a:pt x="81490" y="374809"/>
                        <a:pt x="81204" y="377285"/>
                      </a:cubicBezTo>
                      <a:cubicBezTo>
                        <a:pt x="80919" y="379762"/>
                        <a:pt x="80538" y="382238"/>
                        <a:pt x="79967" y="384620"/>
                      </a:cubicBezTo>
                      <a:cubicBezTo>
                        <a:pt x="78538" y="390811"/>
                        <a:pt x="75682" y="395954"/>
                        <a:pt x="71397" y="400145"/>
                      </a:cubicBezTo>
                      <a:cubicBezTo>
                        <a:pt x="67207" y="404336"/>
                        <a:pt x="61780" y="407194"/>
                        <a:pt x="55305" y="408813"/>
                      </a:cubicBezTo>
                      <a:cubicBezTo>
                        <a:pt x="48830" y="410432"/>
                        <a:pt x="41499" y="410242"/>
                        <a:pt x="33310" y="408242"/>
                      </a:cubicBezTo>
                      <a:cubicBezTo>
                        <a:pt x="26835" y="406718"/>
                        <a:pt x="21408" y="403955"/>
                        <a:pt x="17028" y="399955"/>
                      </a:cubicBezTo>
                      <a:cubicBezTo>
                        <a:pt x="12648" y="395954"/>
                        <a:pt x="9601" y="391192"/>
                        <a:pt x="7887" y="385667"/>
                      </a:cubicBezTo>
                      <a:cubicBezTo>
                        <a:pt x="6173" y="380143"/>
                        <a:pt x="6078" y="374237"/>
                        <a:pt x="7506" y="367951"/>
                      </a:cubicBezTo>
                      <a:cubicBezTo>
                        <a:pt x="8268" y="364808"/>
                        <a:pt x="9315" y="362236"/>
                        <a:pt x="10743" y="360045"/>
                      </a:cubicBezTo>
                      <a:cubicBezTo>
                        <a:pt x="12171" y="357854"/>
                        <a:pt x="14361" y="355378"/>
                        <a:pt x="17313" y="352616"/>
                      </a:cubicBezTo>
                      <a:lnTo>
                        <a:pt x="34643" y="347091"/>
                      </a:lnTo>
                      <a:lnTo>
                        <a:pt x="35119" y="345091"/>
                      </a:lnTo>
                      <a:lnTo>
                        <a:pt x="13695" y="340804"/>
                      </a:lnTo>
                      <a:cubicBezTo>
                        <a:pt x="11981" y="342900"/>
                        <a:pt x="10362" y="345091"/>
                        <a:pt x="8839" y="347282"/>
                      </a:cubicBezTo>
                      <a:cubicBezTo>
                        <a:pt x="7315" y="349568"/>
                        <a:pt x="5982" y="352139"/>
                        <a:pt x="4744" y="355187"/>
                      </a:cubicBezTo>
                      <a:cubicBezTo>
                        <a:pt x="3507" y="358140"/>
                        <a:pt x="2364" y="361950"/>
                        <a:pt x="1317" y="366332"/>
                      </a:cubicBezTo>
                      <a:cubicBezTo>
                        <a:pt x="-112" y="372523"/>
                        <a:pt x="-397" y="378714"/>
                        <a:pt x="555" y="384715"/>
                      </a:cubicBezTo>
                      <a:cubicBezTo>
                        <a:pt x="1507" y="390716"/>
                        <a:pt x="3507" y="396240"/>
                        <a:pt x="6554" y="401479"/>
                      </a:cubicBezTo>
                      <a:cubicBezTo>
                        <a:pt x="9601" y="406622"/>
                        <a:pt x="13600" y="411099"/>
                        <a:pt x="18551" y="414814"/>
                      </a:cubicBezTo>
                      <a:cubicBezTo>
                        <a:pt x="23407" y="418528"/>
                        <a:pt x="29120" y="421100"/>
                        <a:pt x="35595" y="422624"/>
                      </a:cubicBezTo>
                      <a:cubicBezTo>
                        <a:pt x="41499" y="424053"/>
                        <a:pt x="47116" y="424244"/>
                        <a:pt x="52639" y="423291"/>
                      </a:cubicBezTo>
                      <a:cubicBezTo>
                        <a:pt x="58067" y="422339"/>
                        <a:pt x="63113" y="420338"/>
                        <a:pt x="67684" y="417481"/>
                      </a:cubicBezTo>
                      <a:cubicBezTo>
                        <a:pt x="72254" y="414528"/>
                        <a:pt x="76158" y="410718"/>
                        <a:pt x="79395" y="406051"/>
                      </a:cubicBezTo>
                      <a:moveTo>
                        <a:pt x="150714" y="724090"/>
                      </a:moveTo>
                      <a:cubicBezTo>
                        <a:pt x="151285" y="726758"/>
                        <a:pt x="151761" y="729425"/>
                        <a:pt x="152047" y="732092"/>
                      </a:cubicBezTo>
                      <a:lnTo>
                        <a:pt x="134241" y="744665"/>
                      </a:lnTo>
                      <a:lnTo>
                        <a:pt x="133098" y="742950"/>
                      </a:lnTo>
                      <a:lnTo>
                        <a:pt x="141001" y="726662"/>
                      </a:lnTo>
                      <a:cubicBezTo>
                        <a:pt x="141001" y="722567"/>
                        <a:pt x="140811" y="719328"/>
                        <a:pt x="140144" y="716852"/>
                      </a:cubicBezTo>
                      <a:cubicBezTo>
                        <a:pt x="139573" y="714375"/>
                        <a:pt x="138335" y="711708"/>
                        <a:pt x="136621" y="709041"/>
                      </a:cubicBezTo>
                      <a:cubicBezTo>
                        <a:pt x="133098" y="703707"/>
                        <a:pt x="128813" y="699707"/>
                        <a:pt x="123576" y="697135"/>
                      </a:cubicBezTo>
                      <a:cubicBezTo>
                        <a:pt x="118339" y="694563"/>
                        <a:pt x="112817" y="693420"/>
                        <a:pt x="106913" y="693896"/>
                      </a:cubicBezTo>
                      <a:cubicBezTo>
                        <a:pt x="101010" y="694373"/>
                        <a:pt x="95297" y="696373"/>
                        <a:pt x="89679" y="699992"/>
                      </a:cubicBezTo>
                      <a:cubicBezTo>
                        <a:pt x="82633" y="704564"/>
                        <a:pt x="77491" y="709803"/>
                        <a:pt x="74158" y="715518"/>
                      </a:cubicBezTo>
                      <a:cubicBezTo>
                        <a:pt x="70826" y="721328"/>
                        <a:pt x="69207" y="727234"/>
                        <a:pt x="69302" y="733139"/>
                      </a:cubicBezTo>
                      <a:cubicBezTo>
                        <a:pt x="69397" y="739140"/>
                        <a:pt x="71207" y="744760"/>
                        <a:pt x="74634" y="749999"/>
                      </a:cubicBezTo>
                      <a:cubicBezTo>
                        <a:pt x="75967" y="752094"/>
                        <a:pt x="77491" y="754094"/>
                        <a:pt x="79110" y="755999"/>
                      </a:cubicBezTo>
                      <a:cubicBezTo>
                        <a:pt x="80728" y="757904"/>
                        <a:pt x="82538" y="759714"/>
                        <a:pt x="84632" y="761333"/>
                      </a:cubicBezTo>
                      <a:lnTo>
                        <a:pt x="103200" y="749237"/>
                      </a:lnTo>
                      <a:lnTo>
                        <a:pt x="101391" y="736664"/>
                      </a:lnTo>
                      <a:lnTo>
                        <a:pt x="103105" y="735521"/>
                      </a:lnTo>
                      <a:lnTo>
                        <a:pt x="121767" y="764191"/>
                      </a:lnTo>
                      <a:lnTo>
                        <a:pt x="120053" y="765334"/>
                      </a:lnTo>
                      <a:lnTo>
                        <a:pt x="110341" y="760857"/>
                      </a:lnTo>
                      <a:lnTo>
                        <a:pt x="93202" y="772001"/>
                      </a:lnTo>
                      <a:cubicBezTo>
                        <a:pt x="89869" y="771049"/>
                        <a:pt x="86632" y="769525"/>
                        <a:pt x="83299" y="767334"/>
                      </a:cubicBezTo>
                      <a:cubicBezTo>
                        <a:pt x="79967" y="765143"/>
                        <a:pt x="76824" y="762667"/>
                        <a:pt x="73873" y="759809"/>
                      </a:cubicBezTo>
                      <a:cubicBezTo>
                        <a:pt x="70921" y="756952"/>
                        <a:pt x="68445" y="753999"/>
                        <a:pt x="66446" y="750856"/>
                      </a:cubicBezTo>
                      <a:cubicBezTo>
                        <a:pt x="63018" y="745617"/>
                        <a:pt x="60733" y="740188"/>
                        <a:pt x="59590" y="734663"/>
                      </a:cubicBezTo>
                      <a:cubicBezTo>
                        <a:pt x="58447" y="729044"/>
                        <a:pt x="58352" y="723614"/>
                        <a:pt x="59400" y="718280"/>
                      </a:cubicBezTo>
                      <a:cubicBezTo>
                        <a:pt x="60447" y="712946"/>
                        <a:pt x="62447" y="707993"/>
                        <a:pt x="65589" y="703326"/>
                      </a:cubicBezTo>
                      <a:cubicBezTo>
                        <a:pt x="68636" y="698659"/>
                        <a:pt x="72730" y="694754"/>
                        <a:pt x="77777" y="691420"/>
                      </a:cubicBezTo>
                      <a:cubicBezTo>
                        <a:pt x="83299" y="687800"/>
                        <a:pt x="89203" y="685514"/>
                        <a:pt x="95202" y="684467"/>
                      </a:cubicBezTo>
                      <a:cubicBezTo>
                        <a:pt x="101295" y="683514"/>
                        <a:pt x="107199" y="683609"/>
                        <a:pt x="113103" y="684943"/>
                      </a:cubicBezTo>
                      <a:cubicBezTo>
                        <a:pt x="119006" y="686276"/>
                        <a:pt x="124433" y="688658"/>
                        <a:pt x="129385" y="692182"/>
                      </a:cubicBezTo>
                      <a:cubicBezTo>
                        <a:pt x="134336" y="695611"/>
                        <a:pt x="138621" y="700088"/>
                        <a:pt x="142049" y="705422"/>
                      </a:cubicBezTo>
                      <a:cubicBezTo>
                        <a:pt x="144524" y="709232"/>
                        <a:pt x="146429" y="712661"/>
                        <a:pt x="147762" y="715613"/>
                      </a:cubicBezTo>
                      <a:cubicBezTo>
                        <a:pt x="149095" y="718566"/>
                        <a:pt x="150047" y="721424"/>
                        <a:pt x="150618" y="724090"/>
                      </a:cubicBezTo>
                      <a:moveTo>
                        <a:pt x="708596" y="873347"/>
                      </a:moveTo>
                      <a:lnTo>
                        <a:pt x="708596" y="873347"/>
                      </a:lnTo>
                      <a:cubicBezTo>
                        <a:pt x="708596" y="873347"/>
                        <a:pt x="699645" y="830866"/>
                        <a:pt x="699645" y="830866"/>
                      </a:cubicBezTo>
                      <a:lnTo>
                        <a:pt x="721736" y="845630"/>
                      </a:lnTo>
                      <a:cubicBezTo>
                        <a:pt x="714309" y="855345"/>
                        <a:pt x="710500" y="864965"/>
                        <a:pt x="708691" y="873347"/>
                      </a:cubicBezTo>
                      <a:moveTo>
                        <a:pt x="767155" y="860108"/>
                      </a:moveTo>
                      <a:lnTo>
                        <a:pt x="735638" y="839248"/>
                      </a:lnTo>
                      <a:cubicBezTo>
                        <a:pt x="738399" y="836581"/>
                        <a:pt x="741636" y="833914"/>
                        <a:pt x="745159" y="831342"/>
                      </a:cubicBezTo>
                      <a:lnTo>
                        <a:pt x="739827" y="827818"/>
                      </a:lnTo>
                      <a:cubicBezTo>
                        <a:pt x="736399" y="830485"/>
                        <a:pt x="733257" y="833152"/>
                        <a:pt x="730496" y="835914"/>
                      </a:cubicBezTo>
                      <a:cubicBezTo>
                        <a:pt x="730496" y="835914"/>
                        <a:pt x="730496" y="835914"/>
                        <a:pt x="730496" y="835914"/>
                      </a:cubicBezTo>
                      <a:lnTo>
                        <a:pt x="694979" y="812483"/>
                      </a:lnTo>
                      <a:lnTo>
                        <a:pt x="689076" y="816483"/>
                      </a:lnTo>
                      <a:lnTo>
                        <a:pt x="706310" y="901827"/>
                      </a:lnTo>
                      <a:lnTo>
                        <a:pt x="701930" y="910019"/>
                      </a:lnTo>
                      <a:lnTo>
                        <a:pt x="703073" y="911733"/>
                      </a:lnTo>
                      <a:lnTo>
                        <a:pt x="726401" y="895922"/>
                      </a:lnTo>
                      <a:lnTo>
                        <a:pt x="725259" y="894207"/>
                      </a:lnTo>
                      <a:lnTo>
                        <a:pt x="713928" y="896588"/>
                      </a:lnTo>
                      <a:cubicBezTo>
                        <a:pt x="713071" y="892588"/>
                        <a:pt x="709548" y="871442"/>
                        <a:pt x="726878" y="848963"/>
                      </a:cubicBezTo>
                      <a:lnTo>
                        <a:pt x="755538" y="868204"/>
                      </a:lnTo>
                      <a:lnTo>
                        <a:pt x="748587" y="878396"/>
                      </a:lnTo>
                      <a:lnTo>
                        <a:pt x="749730" y="880110"/>
                      </a:lnTo>
                      <a:lnTo>
                        <a:pt x="778200" y="860774"/>
                      </a:lnTo>
                      <a:lnTo>
                        <a:pt x="777057" y="859060"/>
                      </a:lnTo>
                      <a:lnTo>
                        <a:pt x="767155" y="860012"/>
                      </a:lnTo>
                      <a:close/>
                      <a:moveTo>
                        <a:pt x="121006" y="214503"/>
                      </a:moveTo>
                      <a:lnTo>
                        <a:pt x="95392" y="207740"/>
                      </a:lnTo>
                      <a:lnTo>
                        <a:pt x="117673" y="244983"/>
                      </a:lnTo>
                      <a:cubicBezTo>
                        <a:pt x="117673" y="244983"/>
                        <a:pt x="117673" y="244983"/>
                        <a:pt x="117673" y="244983"/>
                      </a:cubicBezTo>
                      <a:cubicBezTo>
                        <a:pt x="116721" y="236506"/>
                        <a:pt x="117197" y="226124"/>
                        <a:pt x="121006" y="214503"/>
                      </a:cubicBezTo>
                      <a:moveTo>
                        <a:pt x="124529" y="272606"/>
                      </a:moveTo>
                      <a:lnTo>
                        <a:pt x="80443" y="197549"/>
                      </a:lnTo>
                      <a:lnTo>
                        <a:pt x="84728" y="191833"/>
                      </a:lnTo>
                      <a:lnTo>
                        <a:pt x="125862" y="202406"/>
                      </a:lnTo>
                      <a:cubicBezTo>
                        <a:pt x="125862" y="202406"/>
                        <a:pt x="125862" y="202406"/>
                        <a:pt x="125862" y="202406"/>
                      </a:cubicBezTo>
                      <a:cubicBezTo>
                        <a:pt x="127576" y="198977"/>
                        <a:pt x="129670" y="195453"/>
                        <a:pt x="132051" y="191738"/>
                      </a:cubicBezTo>
                      <a:lnTo>
                        <a:pt x="138240" y="193358"/>
                      </a:lnTo>
                      <a:cubicBezTo>
                        <a:pt x="135764" y="196977"/>
                        <a:pt x="133574" y="200501"/>
                        <a:pt x="131860" y="203930"/>
                      </a:cubicBezTo>
                      <a:lnTo>
                        <a:pt x="168519" y="213360"/>
                      </a:lnTo>
                      <a:lnTo>
                        <a:pt x="177470" y="209169"/>
                      </a:lnTo>
                      <a:lnTo>
                        <a:pt x="179184" y="210407"/>
                      </a:lnTo>
                      <a:lnTo>
                        <a:pt x="158521" y="237934"/>
                      </a:lnTo>
                      <a:lnTo>
                        <a:pt x="156808" y="236696"/>
                      </a:lnTo>
                      <a:lnTo>
                        <a:pt x="160045" y="224790"/>
                      </a:lnTo>
                      <a:lnTo>
                        <a:pt x="126623" y="216027"/>
                      </a:lnTo>
                      <a:lnTo>
                        <a:pt x="126623" y="216027"/>
                      </a:lnTo>
                      <a:cubicBezTo>
                        <a:pt x="117673" y="242792"/>
                        <a:pt x="127766" y="261747"/>
                        <a:pt x="129956" y="265271"/>
                      </a:cubicBezTo>
                      <a:lnTo>
                        <a:pt x="139859" y="259271"/>
                      </a:lnTo>
                      <a:lnTo>
                        <a:pt x="141477" y="260509"/>
                      </a:lnTo>
                      <a:lnTo>
                        <a:pt x="124529" y="282988"/>
                      </a:lnTo>
                      <a:lnTo>
                        <a:pt x="122815" y="281750"/>
                      </a:lnTo>
                      <a:lnTo>
                        <a:pt x="124338" y="272606"/>
                      </a:lnTo>
                      <a:close/>
                      <a:moveTo>
                        <a:pt x="754110" y="199168"/>
                      </a:moveTo>
                      <a:lnTo>
                        <a:pt x="750587" y="187643"/>
                      </a:lnTo>
                      <a:lnTo>
                        <a:pt x="802005" y="163735"/>
                      </a:lnTo>
                      <a:lnTo>
                        <a:pt x="802481" y="164306"/>
                      </a:lnTo>
                      <a:lnTo>
                        <a:pt x="770487" y="222314"/>
                      </a:lnTo>
                      <a:lnTo>
                        <a:pt x="774010" y="226409"/>
                      </a:lnTo>
                      <a:lnTo>
                        <a:pt x="835616" y="202502"/>
                      </a:lnTo>
                      <a:lnTo>
                        <a:pt x="836092" y="203073"/>
                      </a:lnTo>
                      <a:lnTo>
                        <a:pt x="805147" y="250889"/>
                      </a:lnTo>
                      <a:lnTo>
                        <a:pt x="794292" y="245745"/>
                      </a:lnTo>
                      <a:lnTo>
                        <a:pt x="792768" y="247078"/>
                      </a:lnTo>
                      <a:lnTo>
                        <a:pt x="815621" y="273368"/>
                      </a:lnTo>
                      <a:lnTo>
                        <a:pt x="817239" y="272034"/>
                      </a:lnTo>
                      <a:lnTo>
                        <a:pt x="814383" y="261461"/>
                      </a:lnTo>
                      <a:lnTo>
                        <a:pt x="858469" y="191262"/>
                      </a:lnTo>
                      <a:lnTo>
                        <a:pt x="855041" y="187357"/>
                      </a:lnTo>
                      <a:lnTo>
                        <a:pt x="792768" y="210217"/>
                      </a:lnTo>
                      <a:lnTo>
                        <a:pt x="792197" y="209550"/>
                      </a:lnTo>
                      <a:lnTo>
                        <a:pt x="823809" y="151257"/>
                      </a:lnTo>
                      <a:lnTo>
                        <a:pt x="820286" y="147257"/>
                      </a:lnTo>
                      <a:lnTo>
                        <a:pt x="744398" y="180975"/>
                      </a:lnTo>
                      <a:lnTo>
                        <a:pt x="735161" y="177451"/>
                      </a:lnTo>
                      <a:lnTo>
                        <a:pt x="733543" y="178784"/>
                      </a:lnTo>
                      <a:lnTo>
                        <a:pt x="752396" y="200501"/>
                      </a:lnTo>
                      <a:lnTo>
                        <a:pt x="753919" y="199168"/>
                      </a:lnTo>
                      <a:close/>
                      <a:moveTo>
                        <a:pt x="669366" y="137636"/>
                      </a:moveTo>
                      <a:lnTo>
                        <a:pt x="638515" y="121825"/>
                      </a:lnTo>
                      <a:lnTo>
                        <a:pt x="639467" y="120015"/>
                      </a:lnTo>
                      <a:lnTo>
                        <a:pt x="651274" y="120301"/>
                      </a:lnTo>
                      <a:lnTo>
                        <a:pt x="683744" y="57055"/>
                      </a:lnTo>
                      <a:lnTo>
                        <a:pt x="676698" y="47530"/>
                      </a:lnTo>
                      <a:lnTo>
                        <a:pt x="677650" y="45720"/>
                      </a:lnTo>
                      <a:lnTo>
                        <a:pt x="708405" y="61531"/>
                      </a:lnTo>
                      <a:lnTo>
                        <a:pt x="707453" y="63341"/>
                      </a:lnTo>
                      <a:lnTo>
                        <a:pt x="695741" y="63151"/>
                      </a:lnTo>
                      <a:lnTo>
                        <a:pt x="663272" y="126397"/>
                      </a:lnTo>
                      <a:lnTo>
                        <a:pt x="670223" y="135827"/>
                      </a:lnTo>
                      <a:lnTo>
                        <a:pt x="669271" y="137636"/>
                      </a:lnTo>
                      <a:close/>
                      <a:moveTo>
                        <a:pt x="563007" y="64770"/>
                      </a:moveTo>
                      <a:lnTo>
                        <a:pt x="560913" y="64484"/>
                      </a:lnTo>
                      <a:lnTo>
                        <a:pt x="548725" y="85344"/>
                      </a:lnTo>
                      <a:lnTo>
                        <a:pt x="518255" y="81153"/>
                      </a:lnTo>
                      <a:lnTo>
                        <a:pt x="528062" y="10573"/>
                      </a:lnTo>
                      <a:lnTo>
                        <a:pt x="540441" y="7049"/>
                      </a:lnTo>
                      <a:lnTo>
                        <a:pt x="540726" y="4953"/>
                      </a:lnTo>
                      <a:lnTo>
                        <a:pt x="505115" y="0"/>
                      </a:lnTo>
                      <a:lnTo>
                        <a:pt x="504829" y="2095"/>
                      </a:lnTo>
                      <a:lnTo>
                        <a:pt x="514541" y="8668"/>
                      </a:lnTo>
                      <a:lnTo>
                        <a:pt x="504734" y="79058"/>
                      </a:lnTo>
                      <a:lnTo>
                        <a:pt x="493593" y="82772"/>
                      </a:lnTo>
                      <a:lnTo>
                        <a:pt x="493308" y="84868"/>
                      </a:lnTo>
                      <a:lnTo>
                        <a:pt x="558818" y="94012"/>
                      </a:lnTo>
                      <a:lnTo>
                        <a:pt x="562912" y="648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50" name="Google Shape;2450;p47"/>
                <p:cNvSpPr/>
                <p:nvPr/>
              </p:nvSpPr>
              <p:spPr>
                <a:xfrm>
                  <a:off x="5566141" y="5334634"/>
                  <a:ext cx="304887" cy="282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87" h="282702" extrusionOk="0">
                      <a:moveTo>
                        <a:pt x="100645" y="102584"/>
                      </a:moveTo>
                      <a:cubicBezTo>
                        <a:pt x="155300" y="47911"/>
                        <a:pt x="226904" y="16193"/>
                        <a:pt x="303555" y="12478"/>
                      </a:cubicBezTo>
                      <a:cubicBezTo>
                        <a:pt x="304031" y="8763"/>
                        <a:pt x="304507" y="4572"/>
                        <a:pt x="304888" y="0"/>
                      </a:cubicBezTo>
                      <a:cubicBezTo>
                        <a:pt x="146826" y="6858"/>
                        <a:pt x="18377" y="127826"/>
                        <a:pt x="0" y="282702"/>
                      </a:cubicBezTo>
                      <a:lnTo>
                        <a:pt x="12569" y="282702"/>
                      </a:lnTo>
                      <a:cubicBezTo>
                        <a:pt x="20948" y="214693"/>
                        <a:pt x="51513" y="151829"/>
                        <a:pt x="100645" y="102584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51" name="Google Shape;2451;p47"/>
                <p:cNvSpPr/>
                <p:nvPr/>
              </p:nvSpPr>
              <p:spPr>
                <a:xfrm>
                  <a:off x="5563760" y="5632100"/>
                  <a:ext cx="107215" cy="3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15" h="32575" extrusionOk="0">
                      <a:moveTo>
                        <a:pt x="107215" y="0"/>
                      </a:moveTo>
                      <a:lnTo>
                        <a:pt x="857" y="0"/>
                      </a:lnTo>
                      <a:cubicBezTo>
                        <a:pt x="286" y="7810"/>
                        <a:pt x="0" y="15621"/>
                        <a:pt x="0" y="23622"/>
                      </a:cubicBezTo>
                      <a:cubicBezTo>
                        <a:pt x="0" y="26575"/>
                        <a:pt x="0" y="29527"/>
                        <a:pt x="95" y="32575"/>
                      </a:cubicBezTo>
                      <a:lnTo>
                        <a:pt x="107120" y="32575"/>
                      </a:lnTo>
                      <a:lnTo>
                        <a:pt x="107120" y="9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52" name="Google Shape;2452;p47"/>
                <p:cNvSpPr/>
                <p:nvPr/>
              </p:nvSpPr>
              <p:spPr>
                <a:xfrm>
                  <a:off x="5825991" y="5334349"/>
                  <a:ext cx="118736" cy="977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36" h="97726" extrusionOk="0">
                      <a:moveTo>
                        <a:pt x="0" y="97727"/>
                      </a:moveTo>
                      <a:lnTo>
                        <a:pt x="29232" y="87058"/>
                      </a:lnTo>
                      <a:lnTo>
                        <a:pt x="89505" y="87058"/>
                      </a:lnTo>
                      <a:lnTo>
                        <a:pt x="118737" y="97727"/>
                      </a:lnTo>
                      <a:cubicBezTo>
                        <a:pt x="112643" y="70104"/>
                        <a:pt x="92457" y="69056"/>
                        <a:pt x="75032" y="53245"/>
                      </a:cubicBezTo>
                      <a:cubicBezTo>
                        <a:pt x="66176" y="45148"/>
                        <a:pt x="62177" y="21241"/>
                        <a:pt x="60463" y="0"/>
                      </a:cubicBezTo>
                      <a:cubicBezTo>
                        <a:pt x="60083" y="0"/>
                        <a:pt x="59702" y="0"/>
                        <a:pt x="59226" y="0"/>
                      </a:cubicBezTo>
                      <a:cubicBezTo>
                        <a:pt x="58940" y="0"/>
                        <a:pt x="58654" y="0"/>
                        <a:pt x="58273" y="0"/>
                      </a:cubicBezTo>
                      <a:cubicBezTo>
                        <a:pt x="56559" y="21241"/>
                        <a:pt x="52560" y="45244"/>
                        <a:pt x="43705" y="53245"/>
                      </a:cubicBezTo>
                      <a:cubicBezTo>
                        <a:pt x="26280" y="69056"/>
                        <a:pt x="6094" y="70104"/>
                        <a:pt x="0" y="97727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53" name="Google Shape;2453;p47"/>
                <p:cNvSpPr/>
                <p:nvPr/>
              </p:nvSpPr>
              <p:spPr>
                <a:xfrm>
                  <a:off x="5899594" y="5334634"/>
                  <a:ext cx="304602" cy="282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602" h="282702" extrusionOk="0">
                      <a:moveTo>
                        <a:pt x="204052" y="102584"/>
                      </a:moveTo>
                      <a:cubicBezTo>
                        <a:pt x="253280" y="151829"/>
                        <a:pt x="283749" y="214693"/>
                        <a:pt x="292129" y="282702"/>
                      </a:cubicBezTo>
                      <a:lnTo>
                        <a:pt x="304602" y="282702"/>
                      </a:lnTo>
                      <a:cubicBezTo>
                        <a:pt x="286130" y="128016"/>
                        <a:pt x="157871" y="6953"/>
                        <a:pt x="0" y="0"/>
                      </a:cubicBezTo>
                      <a:cubicBezTo>
                        <a:pt x="381" y="4667"/>
                        <a:pt x="857" y="8763"/>
                        <a:pt x="1333" y="12478"/>
                      </a:cubicBezTo>
                      <a:cubicBezTo>
                        <a:pt x="77888" y="16288"/>
                        <a:pt x="149397" y="48006"/>
                        <a:pt x="203957" y="102584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54" name="Google Shape;2454;p47"/>
                <p:cNvSpPr/>
                <p:nvPr/>
              </p:nvSpPr>
              <p:spPr>
                <a:xfrm>
                  <a:off x="5740961" y="5623813"/>
                  <a:ext cx="288605" cy="159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05" h="159067" extrusionOk="0">
                      <a:moveTo>
                        <a:pt x="218811" y="76581"/>
                      </a:moveTo>
                      <a:cubicBezTo>
                        <a:pt x="218811" y="67437"/>
                        <a:pt x="225762" y="62865"/>
                        <a:pt x="229380" y="61722"/>
                      </a:cubicBezTo>
                      <a:lnTo>
                        <a:pt x="231475" y="61055"/>
                      </a:lnTo>
                      <a:lnTo>
                        <a:pt x="233665" y="61817"/>
                      </a:lnTo>
                      <a:cubicBezTo>
                        <a:pt x="237474" y="63246"/>
                        <a:pt x="243948" y="68009"/>
                        <a:pt x="243948" y="76676"/>
                      </a:cubicBezTo>
                      <a:lnTo>
                        <a:pt x="243948" y="140208"/>
                      </a:lnTo>
                      <a:lnTo>
                        <a:pt x="218716" y="140208"/>
                      </a:lnTo>
                      <a:lnTo>
                        <a:pt x="218716" y="76676"/>
                      </a:lnTo>
                      <a:close/>
                      <a:moveTo>
                        <a:pt x="174725" y="140684"/>
                      </a:moveTo>
                      <a:lnTo>
                        <a:pt x="113976" y="140684"/>
                      </a:lnTo>
                      <a:lnTo>
                        <a:pt x="113976" y="73343"/>
                      </a:lnTo>
                      <a:cubicBezTo>
                        <a:pt x="113976" y="47911"/>
                        <a:pt x="132734" y="35338"/>
                        <a:pt x="142637" y="32195"/>
                      </a:cubicBezTo>
                      <a:lnTo>
                        <a:pt x="144541" y="31718"/>
                      </a:lnTo>
                      <a:lnTo>
                        <a:pt x="146445" y="32385"/>
                      </a:lnTo>
                      <a:cubicBezTo>
                        <a:pt x="147493" y="32766"/>
                        <a:pt x="174725" y="43148"/>
                        <a:pt x="174725" y="73343"/>
                      </a:cubicBezTo>
                      <a:lnTo>
                        <a:pt x="174725" y="140684"/>
                      </a:lnTo>
                      <a:close/>
                      <a:moveTo>
                        <a:pt x="69795" y="140113"/>
                      </a:moveTo>
                      <a:lnTo>
                        <a:pt x="44562" y="140113"/>
                      </a:lnTo>
                      <a:lnTo>
                        <a:pt x="44562" y="76581"/>
                      </a:lnTo>
                      <a:cubicBezTo>
                        <a:pt x="44562" y="67437"/>
                        <a:pt x="51513" y="62865"/>
                        <a:pt x="55226" y="61722"/>
                      </a:cubicBezTo>
                      <a:lnTo>
                        <a:pt x="57416" y="61055"/>
                      </a:lnTo>
                      <a:lnTo>
                        <a:pt x="59511" y="61817"/>
                      </a:lnTo>
                      <a:cubicBezTo>
                        <a:pt x="63320" y="63246"/>
                        <a:pt x="69795" y="68009"/>
                        <a:pt x="69795" y="76676"/>
                      </a:cubicBezTo>
                      <a:lnTo>
                        <a:pt x="69795" y="140208"/>
                      </a:lnTo>
                      <a:close/>
                      <a:moveTo>
                        <a:pt x="144255" y="0"/>
                      </a:moveTo>
                      <a:lnTo>
                        <a:pt x="98455" y="32099"/>
                      </a:lnTo>
                      <a:lnTo>
                        <a:pt x="0" y="32099"/>
                      </a:lnTo>
                      <a:lnTo>
                        <a:pt x="0" y="159068"/>
                      </a:lnTo>
                      <a:lnTo>
                        <a:pt x="288606" y="159068"/>
                      </a:lnTo>
                      <a:lnTo>
                        <a:pt x="288606" y="32099"/>
                      </a:lnTo>
                      <a:lnTo>
                        <a:pt x="190150" y="32099"/>
                      </a:lnTo>
                      <a:lnTo>
                        <a:pt x="14425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55" name="Google Shape;2455;p47"/>
                <p:cNvSpPr/>
                <p:nvPr/>
              </p:nvSpPr>
              <p:spPr>
                <a:xfrm>
                  <a:off x="5819516" y="5429599"/>
                  <a:ext cx="131686" cy="166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86" h="166211" extrusionOk="0">
                      <a:moveTo>
                        <a:pt x="78650" y="103442"/>
                      </a:moveTo>
                      <a:lnTo>
                        <a:pt x="53036" y="103442"/>
                      </a:lnTo>
                      <a:lnTo>
                        <a:pt x="53036" y="28861"/>
                      </a:lnTo>
                      <a:cubicBezTo>
                        <a:pt x="53036" y="19622"/>
                        <a:pt x="60083" y="14859"/>
                        <a:pt x="63796" y="13811"/>
                      </a:cubicBezTo>
                      <a:lnTo>
                        <a:pt x="65986" y="13049"/>
                      </a:lnTo>
                      <a:lnTo>
                        <a:pt x="68176" y="13811"/>
                      </a:lnTo>
                      <a:cubicBezTo>
                        <a:pt x="71985" y="15335"/>
                        <a:pt x="78650" y="20098"/>
                        <a:pt x="78650" y="28861"/>
                      </a:cubicBezTo>
                      <a:lnTo>
                        <a:pt x="78650" y="103442"/>
                      </a:lnTo>
                      <a:close/>
                      <a:moveTo>
                        <a:pt x="30375" y="107252"/>
                      </a:moveTo>
                      <a:lnTo>
                        <a:pt x="15140" y="112776"/>
                      </a:lnTo>
                      <a:lnTo>
                        <a:pt x="15140" y="38195"/>
                      </a:lnTo>
                      <a:cubicBezTo>
                        <a:pt x="15140" y="23717"/>
                        <a:pt x="22852" y="19526"/>
                        <a:pt x="22852" y="19526"/>
                      </a:cubicBezTo>
                      <a:cubicBezTo>
                        <a:pt x="22852" y="19526"/>
                        <a:pt x="30375" y="23717"/>
                        <a:pt x="30375" y="32576"/>
                      </a:cubicBezTo>
                      <a:lnTo>
                        <a:pt x="30375" y="107156"/>
                      </a:lnTo>
                      <a:close/>
                      <a:moveTo>
                        <a:pt x="101312" y="32671"/>
                      </a:moveTo>
                      <a:cubicBezTo>
                        <a:pt x="101312" y="23813"/>
                        <a:pt x="108834" y="19622"/>
                        <a:pt x="108834" y="19622"/>
                      </a:cubicBezTo>
                      <a:cubicBezTo>
                        <a:pt x="108834" y="19622"/>
                        <a:pt x="116547" y="23813"/>
                        <a:pt x="116547" y="38291"/>
                      </a:cubicBezTo>
                      <a:lnTo>
                        <a:pt x="116547" y="112871"/>
                      </a:lnTo>
                      <a:lnTo>
                        <a:pt x="101407" y="107347"/>
                      </a:lnTo>
                      <a:lnTo>
                        <a:pt x="101407" y="32766"/>
                      </a:lnTo>
                      <a:close/>
                      <a:moveTo>
                        <a:pt x="116071" y="166211"/>
                      </a:moveTo>
                      <a:lnTo>
                        <a:pt x="131686" y="166211"/>
                      </a:lnTo>
                      <a:lnTo>
                        <a:pt x="131686" y="13049"/>
                      </a:lnTo>
                      <a:lnTo>
                        <a:pt x="95980" y="0"/>
                      </a:lnTo>
                      <a:lnTo>
                        <a:pt x="35707" y="0"/>
                      </a:lnTo>
                      <a:lnTo>
                        <a:pt x="0" y="13049"/>
                      </a:lnTo>
                      <a:lnTo>
                        <a:pt x="0" y="166211"/>
                      </a:lnTo>
                      <a:lnTo>
                        <a:pt x="15806" y="166211"/>
                      </a:lnTo>
                      <a:lnTo>
                        <a:pt x="50751" y="141732"/>
                      </a:lnTo>
                      <a:cubicBezTo>
                        <a:pt x="49989" y="139922"/>
                        <a:pt x="49609" y="137922"/>
                        <a:pt x="49609" y="135827"/>
                      </a:cubicBezTo>
                      <a:cubicBezTo>
                        <a:pt x="49609" y="126873"/>
                        <a:pt x="56940" y="119539"/>
                        <a:pt x="65891" y="119539"/>
                      </a:cubicBezTo>
                      <a:cubicBezTo>
                        <a:pt x="74841" y="119539"/>
                        <a:pt x="82173" y="126873"/>
                        <a:pt x="82173" y="135827"/>
                      </a:cubicBezTo>
                      <a:cubicBezTo>
                        <a:pt x="82173" y="137922"/>
                        <a:pt x="81792" y="139922"/>
                        <a:pt x="81030" y="141732"/>
                      </a:cubicBezTo>
                      <a:lnTo>
                        <a:pt x="116071" y="1662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56" name="Google Shape;2456;p47"/>
                <p:cNvSpPr/>
                <p:nvPr/>
              </p:nvSpPr>
              <p:spPr>
                <a:xfrm>
                  <a:off x="5564713" y="5680011"/>
                  <a:ext cx="106263" cy="8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63" h="80200" extrusionOk="0">
                      <a:moveTo>
                        <a:pt x="106263" y="0"/>
                      </a:moveTo>
                      <a:lnTo>
                        <a:pt x="0" y="0"/>
                      </a:lnTo>
                      <a:cubicBezTo>
                        <a:pt x="2095" y="27908"/>
                        <a:pt x="7713" y="54769"/>
                        <a:pt x="16473" y="80201"/>
                      </a:cubicBezTo>
                      <a:lnTo>
                        <a:pt x="106263" y="80201"/>
                      </a:lnTo>
                      <a:lnTo>
                        <a:pt x="1062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457" name="Google Shape;2457;p47"/>
              <p:cNvSpPr/>
              <p:nvPr/>
            </p:nvSpPr>
            <p:spPr>
              <a:xfrm>
                <a:off x="5741056" y="5577332"/>
                <a:ext cx="288605" cy="64960"/>
              </a:xfrm>
              <a:custGeom>
                <a:avLst/>
                <a:gdLst/>
                <a:ahLst/>
                <a:cxnLst/>
                <a:rect l="l" t="t" r="r" b="b"/>
                <a:pathLst>
                  <a:path w="288605" h="64960" extrusionOk="0">
                    <a:moveTo>
                      <a:pt x="288606" y="32099"/>
                    </a:moveTo>
                    <a:lnTo>
                      <a:pt x="190150" y="32099"/>
                    </a:lnTo>
                    <a:lnTo>
                      <a:pt x="144255" y="0"/>
                    </a:lnTo>
                    <a:lnTo>
                      <a:pt x="98455" y="32099"/>
                    </a:lnTo>
                    <a:lnTo>
                      <a:pt x="0" y="32099"/>
                    </a:lnTo>
                    <a:lnTo>
                      <a:pt x="0" y="64960"/>
                    </a:lnTo>
                    <a:lnTo>
                      <a:pt x="94171" y="64960"/>
                    </a:lnTo>
                    <a:lnTo>
                      <a:pt x="144255" y="29813"/>
                    </a:lnTo>
                    <a:lnTo>
                      <a:pt x="194435" y="64960"/>
                    </a:lnTo>
                    <a:lnTo>
                      <a:pt x="288606" y="64960"/>
                    </a:lnTo>
                    <a:lnTo>
                      <a:pt x="288606" y="320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458" name="Google Shape;2458;p47"/>
              <p:cNvGrpSpPr/>
              <p:nvPr/>
            </p:nvGrpSpPr>
            <p:grpSpPr>
              <a:xfrm>
                <a:off x="5586327" y="5632005"/>
                <a:ext cx="620154" cy="345090"/>
                <a:chOff x="5586327" y="5632005"/>
                <a:chExt cx="620154" cy="345090"/>
              </a:xfrm>
            </p:grpSpPr>
            <p:sp>
              <p:nvSpPr>
                <p:cNvPr id="2459" name="Google Shape;2459;p47"/>
                <p:cNvSpPr/>
                <p:nvPr/>
              </p:nvSpPr>
              <p:spPr>
                <a:xfrm>
                  <a:off x="5786570" y="5891085"/>
                  <a:ext cx="199386" cy="86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86" h="86010" extrusionOk="0">
                      <a:moveTo>
                        <a:pt x="71699" y="0"/>
                      </a:moveTo>
                      <a:lnTo>
                        <a:pt x="0" y="70580"/>
                      </a:lnTo>
                      <a:cubicBezTo>
                        <a:pt x="31041" y="80581"/>
                        <a:pt x="64272" y="86011"/>
                        <a:pt x="98646" y="86011"/>
                      </a:cubicBezTo>
                      <a:cubicBezTo>
                        <a:pt x="133020" y="86011"/>
                        <a:pt x="167679" y="80296"/>
                        <a:pt x="199386" y="69914"/>
                      </a:cubicBezTo>
                      <a:lnTo>
                        <a:pt x="128259" y="0"/>
                      </a:lnTo>
                      <a:lnTo>
                        <a:pt x="7169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60" name="Google Shape;2460;p47"/>
                <p:cNvSpPr/>
                <p:nvPr/>
              </p:nvSpPr>
              <p:spPr>
                <a:xfrm>
                  <a:off x="5934254" y="5891085"/>
                  <a:ext cx="169678" cy="64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78" h="64579" extrusionOk="0">
                      <a:moveTo>
                        <a:pt x="66557" y="64579"/>
                      </a:moveTo>
                      <a:cubicBezTo>
                        <a:pt x="105025" y="49721"/>
                        <a:pt x="139970" y="27623"/>
                        <a:pt x="169678" y="0"/>
                      </a:cubicBezTo>
                      <a:lnTo>
                        <a:pt x="0" y="0"/>
                      </a:lnTo>
                      <a:lnTo>
                        <a:pt x="66557" y="64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61" name="Google Shape;2461;p47"/>
                <p:cNvSpPr/>
                <p:nvPr/>
              </p:nvSpPr>
              <p:spPr>
                <a:xfrm>
                  <a:off x="5666405" y="5891085"/>
                  <a:ext cx="172439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39" h="65341" extrusionOk="0">
                      <a:moveTo>
                        <a:pt x="0" y="0"/>
                      </a:moveTo>
                      <a:cubicBezTo>
                        <a:pt x="30184" y="28099"/>
                        <a:pt x="65796" y="50483"/>
                        <a:pt x="105121" y="65342"/>
                      </a:cubicBezTo>
                      <a:lnTo>
                        <a:pt x="1724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62" name="Google Shape;2462;p47"/>
                <p:cNvSpPr/>
                <p:nvPr/>
              </p:nvSpPr>
              <p:spPr>
                <a:xfrm>
                  <a:off x="6099361" y="5632005"/>
                  <a:ext cx="107120" cy="3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0" h="32575" extrusionOk="0">
                      <a:moveTo>
                        <a:pt x="106359" y="95"/>
                      </a:moveTo>
                      <a:lnTo>
                        <a:pt x="0" y="95"/>
                      </a:lnTo>
                      <a:lnTo>
                        <a:pt x="0" y="32576"/>
                      </a:lnTo>
                      <a:lnTo>
                        <a:pt x="107025" y="32576"/>
                      </a:lnTo>
                      <a:cubicBezTo>
                        <a:pt x="107025" y="29623"/>
                        <a:pt x="107120" y="26670"/>
                        <a:pt x="107120" y="23622"/>
                      </a:cubicBezTo>
                      <a:cubicBezTo>
                        <a:pt x="107120" y="15716"/>
                        <a:pt x="106835" y="7810"/>
                        <a:pt x="106263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63" name="Google Shape;2463;p47"/>
                <p:cNvSpPr/>
                <p:nvPr/>
              </p:nvSpPr>
              <p:spPr>
                <a:xfrm>
                  <a:off x="5586327" y="5774118"/>
                  <a:ext cx="84648" cy="10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8" h="102869" extrusionOk="0">
                      <a:moveTo>
                        <a:pt x="84649" y="102584"/>
                      </a:moveTo>
                      <a:lnTo>
                        <a:pt x="84649" y="102584"/>
                      </a:lnTo>
                      <a:lnTo>
                        <a:pt x="84649" y="0"/>
                      </a:lnTo>
                      <a:lnTo>
                        <a:pt x="0" y="0"/>
                      </a:lnTo>
                      <a:cubicBezTo>
                        <a:pt x="15235" y="38481"/>
                        <a:pt x="37706" y="73342"/>
                        <a:pt x="65700" y="102870"/>
                      </a:cubicBezTo>
                      <a:lnTo>
                        <a:pt x="84649" y="102870"/>
                      </a:lnTo>
                      <a:lnTo>
                        <a:pt x="84649" y="1026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64" name="Google Shape;2464;p47"/>
                <p:cNvSpPr/>
                <p:nvPr/>
              </p:nvSpPr>
              <p:spPr>
                <a:xfrm>
                  <a:off x="6099361" y="5680011"/>
                  <a:ext cx="106263" cy="8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63" h="80200" extrusionOk="0">
                      <a:moveTo>
                        <a:pt x="0" y="80201"/>
                      </a:moveTo>
                      <a:lnTo>
                        <a:pt x="89791" y="80201"/>
                      </a:lnTo>
                      <a:cubicBezTo>
                        <a:pt x="98551" y="54769"/>
                        <a:pt x="104168" y="27908"/>
                        <a:pt x="106263" y="0"/>
                      </a:cubicBezTo>
                      <a:lnTo>
                        <a:pt x="0" y="0"/>
                      </a:lnTo>
                      <a:lnTo>
                        <a:pt x="0" y="8020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465" name="Google Shape;2465;p47"/>
                <p:cNvSpPr/>
                <p:nvPr/>
              </p:nvSpPr>
              <p:spPr>
                <a:xfrm>
                  <a:off x="6099361" y="5774118"/>
                  <a:ext cx="84648" cy="10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8" h="102869" extrusionOk="0">
                      <a:moveTo>
                        <a:pt x="0" y="102870"/>
                      </a:moveTo>
                      <a:lnTo>
                        <a:pt x="18948" y="102870"/>
                      </a:lnTo>
                      <a:cubicBezTo>
                        <a:pt x="46942" y="73342"/>
                        <a:pt x="69414" y="38481"/>
                        <a:pt x="84649" y="0"/>
                      </a:cubicBezTo>
                      <a:lnTo>
                        <a:pt x="0" y="0"/>
                      </a:lnTo>
                      <a:lnTo>
                        <a:pt x="0" y="1028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466" name="Google Shape;2466;p47"/>
              <p:cNvSpPr/>
              <p:nvPr/>
            </p:nvSpPr>
            <p:spPr>
              <a:xfrm>
                <a:off x="5920447" y="5876702"/>
                <a:ext cx="109976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109976" h="190" extrusionOk="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67" name="Google Shape;2467;p47"/>
              <p:cNvSpPr/>
              <p:nvPr/>
            </p:nvSpPr>
            <p:spPr>
              <a:xfrm>
                <a:off x="5740295" y="5876702"/>
                <a:ext cx="109976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109976" h="190" extrusionOk="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68" name="Google Shape;2468;p47"/>
              <p:cNvSpPr/>
              <p:nvPr/>
            </p:nvSpPr>
            <p:spPr>
              <a:xfrm>
                <a:off x="5740295" y="5796787"/>
                <a:ext cx="290129" cy="79914"/>
              </a:xfrm>
              <a:custGeom>
                <a:avLst/>
                <a:gdLst/>
                <a:ahLst/>
                <a:cxnLst/>
                <a:rect l="l" t="t" r="r" b="b"/>
                <a:pathLst>
                  <a:path w="290129" h="79914" extrusionOk="0">
                    <a:moveTo>
                      <a:pt x="109977" y="54674"/>
                    </a:moveTo>
                    <a:cubicBezTo>
                      <a:pt x="109977" y="41339"/>
                      <a:pt x="118261" y="29337"/>
                      <a:pt x="130734" y="24670"/>
                    </a:cubicBezTo>
                    <a:lnTo>
                      <a:pt x="134067" y="23431"/>
                    </a:lnTo>
                    <a:cubicBezTo>
                      <a:pt x="141303" y="20765"/>
                      <a:pt x="149207" y="20765"/>
                      <a:pt x="156443" y="23431"/>
                    </a:cubicBezTo>
                    <a:lnTo>
                      <a:pt x="159490" y="24575"/>
                    </a:lnTo>
                    <a:cubicBezTo>
                      <a:pt x="171964" y="29337"/>
                      <a:pt x="180152" y="41243"/>
                      <a:pt x="180152" y="54578"/>
                    </a:cubicBezTo>
                    <a:lnTo>
                      <a:pt x="180152" y="79915"/>
                    </a:lnTo>
                    <a:lnTo>
                      <a:pt x="290129" y="79915"/>
                    </a:lnTo>
                    <a:lnTo>
                      <a:pt x="290129" y="0"/>
                    </a:lnTo>
                    <a:lnTo>
                      <a:pt x="0" y="0"/>
                    </a:lnTo>
                    <a:lnTo>
                      <a:pt x="0" y="79915"/>
                    </a:lnTo>
                    <a:lnTo>
                      <a:pt x="109977" y="79915"/>
                    </a:lnTo>
                    <a:lnTo>
                      <a:pt x="109977" y="546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69" name="Google Shape;2469;p47"/>
              <p:cNvSpPr/>
              <p:nvPr/>
            </p:nvSpPr>
            <p:spPr>
              <a:xfrm>
                <a:off x="5686592" y="5557519"/>
                <a:ext cx="39039" cy="319182"/>
              </a:xfrm>
              <a:custGeom>
                <a:avLst/>
                <a:gdLst/>
                <a:ahLst/>
                <a:cxnLst/>
                <a:rect l="l" t="t" r="r" b="b"/>
                <a:pathLst>
                  <a:path w="39039" h="319182" extrusionOk="0">
                    <a:moveTo>
                      <a:pt x="26185" y="0"/>
                    </a:move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lnTo>
                      <a:pt x="261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70" name="Google Shape;2470;p47"/>
              <p:cNvSpPr/>
              <p:nvPr/>
            </p:nvSpPr>
            <p:spPr>
              <a:xfrm>
                <a:off x="6044802" y="5557519"/>
                <a:ext cx="39039" cy="319182"/>
              </a:xfrm>
              <a:custGeom>
                <a:avLst/>
                <a:gdLst/>
                <a:ahLst/>
                <a:cxnLst/>
                <a:rect l="l" t="t" r="r" b="b"/>
                <a:pathLst>
                  <a:path w="39039" h="319182" extrusionOk="0">
                    <a:moveTo>
                      <a:pt x="39039" y="0"/>
                    </a:moveTo>
                    <a:lnTo>
                      <a:pt x="26185" y="0"/>
                    </a:ln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71" name="Google Shape;2471;p47"/>
              <p:cNvSpPr/>
              <p:nvPr/>
            </p:nvSpPr>
            <p:spPr>
              <a:xfrm>
                <a:off x="6047563" y="5460650"/>
                <a:ext cx="37896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7896" h="57150" extrusionOk="0">
                    <a:moveTo>
                      <a:pt x="35516" y="28480"/>
                    </a:moveTo>
                    <a:cubicBezTo>
                      <a:pt x="33993" y="25718"/>
                      <a:pt x="31803" y="23431"/>
                      <a:pt x="29137" y="21812"/>
                    </a:cubicBezTo>
                    <a:cubicBezTo>
                      <a:pt x="26471" y="20193"/>
                      <a:pt x="23424" y="19336"/>
                      <a:pt x="19996" y="19336"/>
                    </a:cubicBezTo>
                    <a:cubicBezTo>
                      <a:pt x="17901" y="19336"/>
                      <a:pt x="15997" y="19717"/>
                      <a:pt x="14092" y="20383"/>
                    </a:cubicBezTo>
                    <a:cubicBezTo>
                      <a:pt x="12283" y="21145"/>
                      <a:pt x="10760" y="22003"/>
                      <a:pt x="9712" y="23050"/>
                    </a:cubicBezTo>
                    <a:lnTo>
                      <a:pt x="9427" y="23050"/>
                    </a:lnTo>
                    <a:lnTo>
                      <a:pt x="11236" y="7334"/>
                    </a:lnTo>
                    <a:lnTo>
                      <a:pt x="35135" y="7334"/>
                    </a:lnTo>
                    <a:lnTo>
                      <a:pt x="35135" y="0"/>
                    </a:lnTo>
                    <a:lnTo>
                      <a:pt x="4190" y="0"/>
                    </a:lnTo>
                    <a:lnTo>
                      <a:pt x="1047" y="28384"/>
                    </a:lnTo>
                    <a:lnTo>
                      <a:pt x="8855" y="29527"/>
                    </a:lnTo>
                    <a:cubicBezTo>
                      <a:pt x="9903" y="28575"/>
                      <a:pt x="11331" y="27813"/>
                      <a:pt x="13045" y="27242"/>
                    </a:cubicBezTo>
                    <a:cubicBezTo>
                      <a:pt x="14759" y="26670"/>
                      <a:pt x="16473" y="26384"/>
                      <a:pt x="18187" y="26384"/>
                    </a:cubicBezTo>
                    <a:cubicBezTo>
                      <a:pt x="20377" y="26384"/>
                      <a:pt x="22376" y="26956"/>
                      <a:pt x="24090" y="28003"/>
                    </a:cubicBezTo>
                    <a:cubicBezTo>
                      <a:pt x="25804" y="29051"/>
                      <a:pt x="27137" y="30480"/>
                      <a:pt x="28185" y="32194"/>
                    </a:cubicBezTo>
                    <a:cubicBezTo>
                      <a:pt x="29137" y="34004"/>
                      <a:pt x="29708" y="36004"/>
                      <a:pt x="29708" y="38291"/>
                    </a:cubicBezTo>
                    <a:cubicBezTo>
                      <a:pt x="29708" y="40576"/>
                      <a:pt x="29232" y="42577"/>
                      <a:pt x="28280" y="44291"/>
                    </a:cubicBezTo>
                    <a:cubicBezTo>
                      <a:pt x="27328" y="46006"/>
                      <a:pt x="25994" y="47434"/>
                      <a:pt x="24281" y="48387"/>
                    </a:cubicBezTo>
                    <a:cubicBezTo>
                      <a:pt x="22567" y="49340"/>
                      <a:pt x="20662" y="49911"/>
                      <a:pt x="18472" y="49911"/>
                    </a:cubicBezTo>
                    <a:cubicBezTo>
                      <a:pt x="15806" y="49911"/>
                      <a:pt x="13426" y="49149"/>
                      <a:pt x="11521" y="47625"/>
                    </a:cubicBezTo>
                    <a:cubicBezTo>
                      <a:pt x="9617" y="46101"/>
                      <a:pt x="8474" y="44101"/>
                      <a:pt x="8284" y="41624"/>
                    </a:cubicBezTo>
                    <a:lnTo>
                      <a:pt x="0" y="41624"/>
                    </a:lnTo>
                    <a:cubicBezTo>
                      <a:pt x="95" y="44577"/>
                      <a:pt x="952" y="47244"/>
                      <a:pt x="2666" y="49625"/>
                    </a:cubicBezTo>
                    <a:cubicBezTo>
                      <a:pt x="4285" y="51911"/>
                      <a:pt x="6475" y="53816"/>
                      <a:pt x="9236" y="55150"/>
                    </a:cubicBezTo>
                    <a:cubicBezTo>
                      <a:pt x="11997" y="56483"/>
                      <a:pt x="15044" y="57150"/>
                      <a:pt x="18472" y="57150"/>
                    </a:cubicBezTo>
                    <a:cubicBezTo>
                      <a:pt x="22281" y="57150"/>
                      <a:pt x="25614" y="56293"/>
                      <a:pt x="28565" y="54673"/>
                    </a:cubicBezTo>
                    <a:cubicBezTo>
                      <a:pt x="31517" y="53054"/>
                      <a:pt x="33802" y="50768"/>
                      <a:pt x="35421" y="47911"/>
                    </a:cubicBezTo>
                    <a:cubicBezTo>
                      <a:pt x="37040" y="45053"/>
                      <a:pt x="37897" y="41815"/>
                      <a:pt x="37897" y="38100"/>
                    </a:cubicBezTo>
                    <a:cubicBezTo>
                      <a:pt x="37897" y="34480"/>
                      <a:pt x="37135" y="31242"/>
                      <a:pt x="35611" y="2838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72" name="Google Shape;2472;p47"/>
              <p:cNvSpPr/>
              <p:nvPr/>
            </p:nvSpPr>
            <p:spPr>
              <a:xfrm>
                <a:off x="5995479" y="5460745"/>
                <a:ext cx="42181" cy="56292"/>
              </a:xfrm>
              <a:custGeom>
                <a:avLst/>
                <a:gdLst/>
                <a:ahLst/>
                <a:cxnLst/>
                <a:rect l="l" t="t" r="r" b="b"/>
                <a:pathLst>
                  <a:path w="42181" h="56292" extrusionOk="0">
                    <a:moveTo>
                      <a:pt x="26756" y="38100"/>
                    </a:moveTo>
                    <a:lnTo>
                      <a:pt x="8951" y="38100"/>
                    </a:lnTo>
                    <a:lnTo>
                      <a:pt x="8951" y="37624"/>
                    </a:lnTo>
                    <a:lnTo>
                      <a:pt x="26375" y="10097"/>
                    </a:lnTo>
                    <a:lnTo>
                      <a:pt x="26851" y="10097"/>
                    </a:lnTo>
                    <a:lnTo>
                      <a:pt x="26851" y="38100"/>
                    </a:lnTo>
                    <a:close/>
                    <a:moveTo>
                      <a:pt x="34850" y="0"/>
                    </a:moveTo>
                    <a:lnTo>
                      <a:pt x="24376" y="0"/>
                    </a:lnTo>
                    <a:lnTo>
                      <a:pt x="0" y="38481"/>
                    </a:lnTo>
                    <a:lnTo>
                      <a:pt x="0" y="45339"/>
                    </a:lnTo>
                    <a:lnTo>
                      <a:pt x="26661" y="45339"/>
                    </a:lnTo>
                    <a:lnTo>
                      <a:pt x="26661" y="56293"/>
                    </a:lnTo>
                    <a:lnTo>
                      <a:pt x="34755" y="56293"/>
                    </a:lnTo>
                    <a:lnTo>
                      <a:pt x="34755" y="45339"/>
                    </a:lnTo>
                    <a:lnTo>
                      <a:pt x="42182" y="45339"/>
                    </a:lnTo>
                    <a:lnTo>
                      <a:pt x="42182" y="38100"/>
                    </a:lnTo>
                    <a:lnTo>
                      <a:pt x="34755" y="38100"/>
                    </a:lnTo>
                    <a:lnTo>
                      <a:pt x="3475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73" name="Google Shape;2473;p47"/>
              <p:cNvSpPr/>
              <p:nvPr/>
            </p:nvSpPr>
            <p:spPr>
              <a:xfrm>
                <a:off x="5724869" y="5459603"/>
                <a:ext cx="40467" cy="58578"/>
              </a:xfrm>
              <a:custGeom>
                <a:avLst/>
                <a:gdLst/>
                <a:ahLst/>
                <a:cxnLst/>
                <a:rect l="l" t="t" r="r" b="b"/>
                <a:pathLst>
                  <a:path w="40467" h="58578" extrusionOk="0">
                    <a:moveTo>
                      <a:pt x="30470" y="47053"/>
                    </a:moveTo>
                    <a:cubicBezTo>
                      <a:pt x="29518" y="48482"/>
                      <a:pt x="28185" y="49530"/>
                      <a:pt x="26471" y="50387"/>
                    </a:cubicBezTo>
                    <a:cubicBezTo>
                      <a:pt x="24757" y="51149"/>
                      <a:pt x="22662" y="51530"/>
                      <a:pt x="20377" y="51530"/>
                    </a:cubicBezTo>
                    <a:cubicBezTo>
                      <a:pt x="18091" y="51530"/>
                      <a:pt x="15901" y="51149"/>
                      <a:pt x="14187" y="50387"/>
                    </a:cubicBezTo>
                    <a:cubicBezTo>
                      <a:pt x="12474" y="49625"/>
                      <a:pt x="11141" y="48482"/>
                      <a:pt x="10188" y="47053"/>
                    </a:cubicBezTo>
                    <a:cubicBezTo>
                      <a:pt x="9236" y="45625"/>
                      <a:pt x="8760" y="44005"/>
                      <a:pt x="8760" y="42100"/>
                    </a:cubicBezTo>
                    <a:cubicBezTo>
                      <a:pt x="8760" y="40100"/>
                      <a:pt x="9236" y="38386"/>
                      <a:pt x="10188" y="36862"/>
                    </a:cubicBezTo>
                    <a:cubicBezTo>
                      <a:pt x="11141" y="35338"/>
                      <a:pt x="12569" y="34099"/>
                      <a:pt x="14283" y="33242"/>
                    </a:cubicBezTo>
                    <a:cubicBezTo>
                      <a:pt x="15997" y="32385"/>
                      <a:pt x="17996" y="31909"/>
                      <a:pt x="20281" y="31909"/>
                    </a:cubicBezTo>
                    <a:cubicBezTo>
                      <a:pt x="22567" y="31909"/>
                      <a:pt x="24471" y="32385"/>
                      <a:pt x="26185" y="33242"/>
                    </a:cubicBezTo>
                    <a:cubicBezTo>
                      <a:pt x="27899" y="34099"/>
                      <a:pt x="29327" y="35338"/>
                      <a:pt x="30279" y="36862"/>
                    </a:cubicBezTo>
                    <a:cubicBezTo>
                      <a:pt x="31327" y="38386"/>
                      <a:pt x="31803" y="40100"/>
                      <a:pt x="31803" y="42100"/>
                    </a:cubicBezTo>
                    <a:cubicBezTo>
                      <a:pt x="31803" y="44005"/>
                      <a:pt x="31327" y="45720"/>
                      <a:pt x="30375" y="47053"/>
                    </a:cubicBezTo>
                    <a:moveTo>
                      <a:pt x="10474" y="16002"/>
                    </a:moveTo>
                    <a:cubicBezTo>
                      <a:pt x="10474" y="14192"/>
                      <a:pt x="10855" y="12668"/>
                      <a:pt x="11712" y="11335"/>
                    </a:cubicBezTo>
                    <a:cubicBezTo>
                      <a:pt x="12474" y="10001"/>
                      <a:pt x="13711" y="8953"/>
                      <a:pt x="15140" y="8192"/>
                    </a:cubicBezTo>
                    <a:cubicBezTo>
                      <a:pt x="16568" y="7429"/>
                      <a:pt x="18282" y="7048"/>
                      <a:pt x="20281" y="7048"/>
                    </a:cubicBezTo>
                    <a:cubicBezTo>
                      <a:pt x="22281" y="7048"/>
                      <a:pt x="23900" y="7429"/>
                      <a:pt x="25328" y="8192"/>
                    </a:cubicBezTo>
                    <a:cubicBezTo>
                      <a:pt x="26756" y="8953"/>
                      <a:pt x="27899" y="9906"/>
                      <a:pt x="28756" y="11335"/>
                    </a:cubicBezTo>
                    <a:cubicBezTo>
                      <a:pt x="29613" y="12668"/>
                      <a:pt x="29994" y="14192"/>
                      <a:pt x="29994" y="16002"/>
                    </a:cubicBezTo>
                    <a:cubicBezTo>
                      <a:pt x="29994" y="17812"/>
                      <a:pt x="29518" y="19431"/>
                      <a:pt x="28661" y="20765"/>
                    </a:cubicBezTo>
                    <a:cubicBezTo>
                      <a:pt x="27804" y="22098"/>
                      <a:pt x="26661" y="23146"/>
                      <a:pt x="25233" y="23908"/>
                    </a:cubicBezTo>
                    <a:cubicBezTo>
                      <a:pt x="23804" y="24670"/>
                      <a:pt x="22091" y="25051"/>
                      <a:pt x="20186" y="25051"/>
                    </a:cubicBezTo>
                    <a:cubicBezTo>
                      <a:pt x="18282" y="25051"/>
                      <a:pt x="16568" y="24670"/>
                      <a:pt x="15044" y="23908"/>
                    </a:cubicBezTo>
                    <a:cubicBezTo>
                      <a:pt x="13521" y="23146"/>
                      <a:pt x="12378" y="22098"/>
                      <a:pt x="11617" y="20765"/>
                    </a:cubicBezTo>
                    <a:cubicBezTo>
                      <a:pt x="10760" y="19431"/>
                      <a:pt x="10379" y="17812"/>
                      <a:pt x="10379" y="16002"/>
                    </a:cubicBezTo>
                    <a:moveTo>
                      <a:pt x="34755" y="30861"/>
                    </a:moveTo>
                    <a:cubicBezTo>
                      <a:pt x="33041" y="29527"/>
                      <a:pt x="31136" y="28670"/>
                      <a:pt x="28946" y="28289"/>
                    </a:cubicBezTo>
                    <a:lnTo>
                      <a:pt x="28946" y="27908"/>
                    </a:lnTo>
                    <a:cubicBezTo>
                      <a:pt x="31708" y="27242"/>
                      <a:pt x="33993" y="25718"/>
                      <a:pt x="35707" y="23336"/>
                    </a:cubicBezTo>
                    <a:cubicBezTo>
                      <a:pt x="37421" y="20955"/>
                      <a:pt x="38278" y="18288"/>
                      <a:pt x="38278" y="15240"/>
                    </a:cubicBezTo>
                    <a:cubicBezTo>
                      <a:pt x="38278" y="12382"/>
                      <a:pt x="37421" y="9716"/>
                      <a:pt x="35897" y="7429"/>
                    </a:cubicBezTo>
                    <a:cubicBezTo>
                      <a:pt x="34278" y="5144"/>
                      <a:pt x="32184" y="3334"/>
                      <a:pt x="29422" y="2000"/>
                    </a:cubicBezTo>
                    <a:cubicBezTo>
                      <a:pt x="26661" y="667"/>
                      <a:pt x="23614" y="0"/>
                      <a:pt x="20091" y="0"/>
                    </a:cubicBezTo>
                    <a:cubicBezTo>
                      <a:pt x="16568" y="0"/>
                      <a:pt x="13426" y="667"/>
                      <a:pt x="10760" y="2000"/>
                    </a:cubicBezTo>
                    <a:cubicBezTo>
                      <a:pt x="7998" y="3334"/>
                      <a:pt x="5904" y="5144"/>
                      <a:pt x="4285" y="7429"/>
                    </a:cubicBezTo>
                    <a:cubicBezTo>
                      <a:pt x="2761" y="9716"/>
                      <a:pt x="1904" y="12287"/>
                      <a:pt x="2000" y="15240"/>
                    </a:cubicBezTo>
                    <a:cubicBezTo>
                      <a:pt x="2000" y="18288"/>
                      <a:pt x="2857" y="21050"/>
                      <a:pt x="4570" y="23336"/>
                    </a:cubicBezTo>
                    <a:cubicBezTo>
                      <a:pt x="6284" y="25718"/>
                      <a:pt x="8570" y="27242"/>
                      <a:pt x="11426" y="27908"/>
                    </a:cubicBezTo>
                    <a:lnTo>
                      <a:pt x="11426" y="28289"/>
                    </a:lnTo>
                    <a:cubicBezTo>
                      <a:pt x="9236" y="28670"/>
                      <a:pt x="7332" y="29527"/>
                      <a:pt x="5618" y="30861"/>
                    </a:cubicBezTo>
                    <a:cubicBezTo>
                      <a:pt x="3904" y="32195"/>
                      <a:pt x="2476" y="33909"/>
                      <a:pt x="1523" y="35909"/>
                    </a:cubicBezTo>
                    <a:cubicBezTo>
                      <a:pt x="476" y="37909"/>
                      <a:pt x="0" y="40196"/>
                      <a:pt x="0" y="42577"/>
                    </a:cubicBezTo>
                    <a:cubicBezTo>
                      <a:pt x="0" y="45625"/>
                      <a:pt x="857" y="48387"/>
                      <a:pt x="2571" y="50768"/>
                    </a:cubicBezTo>
                    <a:cubicBezTo>
                      <a:pt x="4285" y="53149"/>
                      <a:pt x="6665" y="55054"/>
                      <a:pt x="9712" y="56483"/>
                    </a:cubicBezTo>
                    <a:cubicBezTo>
                      <a:pt x="12759" y="57817"/>
                      <a:pt x="16282" y="58579"/>
                      <a:pt x="20281" y="58579"/>
                    </a:cubicBezTo>
                    <a:cubicBezTo>
                      <a:pt x="24281" y="58579"/>
                      <a:pt x="27708" y="57912"/>
                      <a:pt x="30755" y="56483"/>
                    </a:cubicBezTo>
                    <a:cubicBezTo>
                      <a:pt x="33802" y="55150"/>
                      <a:pt x="36183" y="53245"/>
                      <a:pt x="37897" y="50768"/>
                    </a:cubicBezTo>
                    <a:cubicBezTo>
                      <a:pt x="39611" y="48387"/>
                      <a:pt x="40468" y="45625"/>
                      <a:pt x="40468" y="42577"/>
                    </a:cubicBezTo>
                    <a:cubicBezTo>
                      <a:pt x="40468" y="40196"/>
                      <a:pt x="39896" y="37909"/>
                      <a:pt x="38944" y="35909"/>
                    </a:cubicBezTo>
                    <a:cubicBezTo>
                      <a:pt x="37897" y="33909"/>
                      <a:pt x="36564" y="32195"/>
                      <a:pt x="34850" y="3086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74" name="Google Shape;2474;p47"/>
              <p:cNvSpPr/>
              <p:nvPr/>
            </p:nvSpPr>
            <p:spPr>
              <a:xfrm>
                <a:off x="5684973" y="5460460"/>
                <a:ext cx="22566" cy="56959"/>
              </a:xfrm>
              <a:custGeom>
                <a:avLst/>
                <a:gdLst/>
                <a:ahLst/>
                <a:cxnLst/>
                <a:rect l="l" t="t" r="r" b="b"/>
                <a:pathLst>
                  <a:path w="22566" h="56959" extrusionOk="0">
                    <a:moveTo>
                      <a:pt x="0" y="9334"/>
                    </a:moveTo>
                    <a:lnTo>
                      <a:pt x="0" y="17526"/>
                    </a:lnTo>
                    <a:lnTo>
                      <a:pt x="13616" y="8668"/>
                    </a:lnTo>
                    <a:lnTo>
                      <a:pt x="13997" y="8668"/>
                    </a:lnTo>
                    <a:lnTo>
                      <a:pt x="13997" y="56959"/>
                    </a:lnTo>
                    <a:lnTo>
                      <a:pt x="22567" y="56959"/>
                    </a:lnTo>
                    <a:lnTo>
                      <a:pt x="22567" y="0"/>
                    </a:lnTo>
                    <a:lnTo>
                      <a:pt x="14187" y="0"/>
                    </a:lnTo>
                    <a:lnTo>
                      <a:pt x="0" y="93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</p:grpSp>
        <p:sp>
          <p:nvSpPr>
            <p:cNvPr id="2475" name="Google Shape;2475;p47"/>
            <p:cNvSpPr/>
            <p:nvPr/>
          </p:nvSpPr>
          <p:spPr>
            <a:xfrm>
              <a:off x="8175780" y="5213953"/>
              <a:ext cx="49513" cy="856107"/>
            </a:xfrm>
            <a:custGeom>
              <a:avLst/>
              <a:gdLst/>
              <a:ahLst/>
              <a:cxnLst/>
              <a:rect l="l" t="t" r="r" b="b"/>
              <a:pathLst>
                <a:path w="49513" h="856107" extrusionOk="0">
                  <a:moveTo>
                    <a:pt x="0" y="0"/>
                  </a:moveTo>
                  <a:lnTo>
                    <a:pt x="49514" y="0"/>
                  </a:lnTo>
                  <a:lnTo>
                    <a:pt x="49514" y="856107"/>
                  </a:lnTo>
                  <a:lnTo>
                    <a:pt x="0" y="856107"/>
                  </a:lnTo>
                  <a:close/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pic>
          <p:nvPicPr>
            <p:cNvPr id="2476" name="Google Shape;2476;p4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37111" y="5686107"/>
              <a:ext cx="1051206" cy="363473"/>
            </a:xfrm>
            <a:custGeom>
              <a:avLst/>
              <a:gdLst/>
              <a:ahLst/>
              <a:cxnLst/>
              <a:rect l="l" t="t" r="r" b="b"/>
              <a:pathLst>
                <a:path w="1051206" h="363473" extrusionOk="0">
                  <a:moveTo>
                    <a:pt x="172" y="1"/>
                  </a:moveTo>
                  <a:lnTo>
                    <a:pt x="1051378" y="1"/>
                  </a:lnTo>
                  <a:lnTo>
                    <a:pt x="1051378" y="363475"/>
                  </a:lnTo>
                  <a:lnTo>
                    <a:pt x="172" y="363475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2477" name="Google Shape;2477;p47"/>
            <p:cNvGrpSpPr/>
            <p:nvPr/>
          </p:nvGrpSpPr>
          <p:grpSpPr>
            <a:xfrm>
              <a:off x="8588264" y="5247862"/>
              <a:ext cx="1621085" cy="196500"/>
              <a:chOff x="8588264" y="5247862"/>
              <a:chExt cx="1621085" cy="196500"/>
            </a:xfrm>
          </p:grpSpPr>
          <p:sp>
            <p:nvSpPr>
              <p:cNvPr id="2478" name="Google Shape;2478;p47"/>
              <p:cNvSpPr/>
              <p:nvPr/>
            </p:nvSpPr>
            <p:spPr>
              <a:xfrm>
                <a:off x="8588264" y="5266055"/>
                <a:ext cx="47228" cy="132016"/>
              </a:xfrm>
              <a:custGeom>
                <a:avLst/>
                <a:gdLst/>
                <a:ahLst/>
                <a:cxnLst/>
                <a:rect l="l" t="t" r="r" b="b"/>
                <a:pathLst>
                  <a:path w="47228" h="132016" extrusionOk="0">
                    <a:moveTo>
                      <a:pt x="0" y="132016"/>
                    </a:moveTo>
                    <a:lnTo>
                      <a:pt x="0" y="128016"/>
                    </a:lnTo>
                    <a:lnTo>
                      <a:pt x="15806" y="122015"/>
                    </a:lnTo>
                    <a:lnTo>
                      <a:pt x="15806" y="10001"/>
                    </a:lnTo>
                    <a:lnTo>
                      <a:pt x="0" y="4001"/>
                    </a:lnTo>
                    <a:lnTo>
                      <a:pt x="0" y="0"/>
                    </a:lnTo>
                    <a:lnTo>
                      <a:pt x="47228" y="0"/>
                    </a:lnTo>
                    <a:lnTo>
                      <a:pt x="47228" y="4001"/>
                    </a:lnTo>
                    <a:lnTo>
                      <a:pt x="31422" y="10001"/>
                    </a:lnTo>
                    <a:lnTo>
                      <a:pt x="31422" y="122015"/>
                    </a:lnTo>
                    <a:lnTo>
                      <a:pt x="47228" y="128016"/>
                    </a:lnTo>
                    <a:lnTo>
                      <a:pt x="47228" y="132016"/>
                    </a:lnTo>
                    <a:lnTo>
                      <a:pt x="0" y="132016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79" name="Google Shape;2479;p47"/>
              <p:cNvSpPr/>
              <p:nvPr/>
            </p:nvSpPr>
            <p:spPr>
              <a:xfrm>
                <a:off x="8656821" y="5305964"/>
                <a:ext cx="97217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92106" extrusionOk="0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6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80" name="Google Shape;2480;p47"/>
              <p:cNvSpPr/>
              <p:nvPr/>
            </p:nvSpPr>
            <p:spPr>
              <a:xfrm>
                <a:off x="8817834" y="5306155"/>
                <a:ext cx="92075" cy="138207"/>
              </a:xfrm>
              <a:custGeom>
                <a:avLst/>
                <a:gdLst/>
                <a:ahLst/>
                <a:cxnLst/>
                <a:rect l="l" t="t" r="r" b="b"/>
                <a:pathLst>
                  <a:path w="92075" h="138207" extrusionOk="0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2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9" y="134969"/>
                    </a:lnTo>
                    <a:lnTo>
                      <a:pt x="40849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700" y="79820"/>
                      <a:pt x="72937" y="75724"/>
                      <a:pt x="75317" y="70104"/>
                    </a:cubicBezTo>
                    <a:cubicBezTo>
                      <a:pt x="77698" y="64389"/>
                      <a:pt x="78936" y="56959"/>
                      <a:pt x="78936" y="47816"/>
                    </a:cubicBezTo>
                    <a:cubicBezTo>
                      <a:pt x="78936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81" name="Google Shape;2481;p47"/>
              <p:cNvSpPr/>
              <p:nvPr/>
            </p:nvSpPr>
            <p:spPr>
              <a:xfrm>
                <a:off x="8926097" y="5306155"/>
                <a:ext cx="83125" cy="93916"/>
              </a:xfrm>
              <a:custGeom>
                <a:avLst/>
                <a:gdLst/>
                <a:ahLst/>
                <a:cxnLst/>
                <a:rect l="l" t="t" r="r" b="b"/>
                <a:pathLst>
                  <a:path w="83125" h="93916" extrusionOk="0">
                    <a:moveTo>
                      <a:pt x="21805" y="93917"/>
                    </a:moveTo>
                    <a:cubicBezTo>
                      <a:pt x="15521" y="93917"/>
                      <a:pt x="10379" y="92107"/>
                      <a:pt x="6189" y="88392"/>
                    </a:cubicBezTo>
                    <a:cubicBezTo>
                      <a:pt x="2095" y="84677"/>
                      <a:pt x="0" y="79629"/>
                      <a:pt x="0" y="73057"/>
                    </a:cubicBezTo>
                    <a:cubicBezTo>
                      <a:pt x="0" y="66484"/>
                      <a:pt x="2380" y="60960"/>
                      <a:pt x="7237" y="56483"/>
                    </a:cubicBezTo>
                    <a:cubicBezTo>
                      <a:pt x="11998" y="51911"/>
                      <a:pt x="19996" y="48387"/>
                      <a:pt x="31041" y="45720"/>
                    </a:cubicBezTo>
                    <a:lnTo>
                      <a:pt x="50465" y="40957"/>
                    </a:lnTo>
                    <a:lnTo>
                      <a:pt x="50465" y="25527"/>
                    </a:lnTo>
                    <a:cubicBezTo>
                      <a:pt x="50465" y="20479"/>
                      <a:pt x="48466" y="16288"/>
                      <a:pt x="44562" y="12954"/>
                    </a:cubicBezTo>
                    <a:cubicBezTo>
                      <a:pt x="40658" y="9620"/>
                      <a:pt x="36278" y="8001"/>
                      <a:pt x="31422" y="8001"/>
                    </a:cubicBezTo>
                    <a:cubicBezTo>
                      <a:pt x="26090" y="8001"/>
                      <a:pt x="22376" y="9239"/>
                      <a:pt x="20186" y="11811"/>
                    </a:cubicBezTo>
                    <a:cubicBezTo>
                      <a:pt x="18091" y="14383"/>
                      <a:pt x="16949" y="17812"/>
                      <a:pt x="16949" y="22193"/>
                    </a:cubicBezTo>
                    <a:lnTo>
                      <a:pt x="16949" y="28766"/>
                    </a:lnTo>
                    <a:lnTo>
                      <a:pt x="15997" y="29718"/>
                    </a:lnTo>
                    <a:lnTo>
                      <a:pt x="7617" y="29718"/>
                    </a:lnTo>
                    <a:cubicBezTo>
                      <a:pt x="5618" y="29718"/>
                      <a:pt x="4285" y="29432"/>
                      <a:pt x="3523" y="28861"/>
                    </a:cubicBezTo>
                    <a:cubicBezTo>
                      <a:pt x="2761" y="28289"/>
                      <a:pt x="2380" y="26860"/>
                      <a:pt x="2380" y="24575"/>
                    </a:cubicBezTo>
                    <a:cubicBezTo>
                      <a:pt x="2380" y="21812"/>
                      <a:pt x="3237" y="18955"/>
                      <a:pt x="4951" y="16002"/>
                    </a:cubicBezTo>
                    <a:cubicBezTo>
                      <a:pt x="6665" y="13049"/>
                      <a:pt x="9331" y="10573"/>
                      <a:pt x="12759" y="8382"/>
                    </a:cubicBezTo>
                    <a:cubicBezTo>
                      <a:pt x="16473" y="6001"/>
                      <a:pt x="20281" y="4001"/>
                      <a:pt x="24280" y="2381"/>
                    </a:cubicBezTo>
                    <a:cubicBezTo>
                      <a:pt x="28280" y="762"/>
                      <a:pt x="32184" y="0"/>
                      <a:pt x="36183" y="0"/>
                    </a:cubicBezTo>
                    <a:cubicBezTo>
                      <a:pt x="41229" y="0"/>
                      <a:pt x="45895" y="667"/>
                      <a:pt x="49989" y="2095"/>
                    </a:cubicBezTo>
                    <a:cubicBezTo>
                      <a:pt x="54084" y="3524"/>
                      <a:pt x="57416" y="5810"/>
                      <a:pt x="59987" y="8954"/>
                    </a:cubicBezTo>
                    <a:cubicBezTo>
                      <a:pt x="62558" y="12097"/>
                      <a:pt x="63796" y="16478"/>
                      <a:pt x="63796" y="21717"/>
                    </a:cubicBezTo>
                    <a:lnTo>
                      <a:pt x="63796" y="80772"/>
                    </a:lnTo>
                    <a:cubicBezTo>
                      <a:pt x="64843" y="81820"/>
                      <a:pt x="66177" y="82677"/>
                      <a:pt x="67795" y="83153"/>
                    </a:cubicBezTo>
                    <a:cubicBezTo>
                      <a:pt x="69414" y="83725"/>
                      <a:pt x="71413" y="83915"/>
                      <a:pt x="73984" y="83915"/>
                    </a:cubicBezTo>
                    <a:lnTo>
                      <a:pt x="82744" y="83915"/>
                    </a:lnTo>
                    <a:lnTo>
                      <a:pt x="83125" y="84296"/>
                    </a:lnTo>
                    <a:lnTo>
                      <a:pt x="83125" y="84677"/>
                    </a:lnTo>
                    <a:cubicBezTo>
                      <a:pt x="81792" y="86963"/>
                      <a:pt x="79793" y="89059"/>
                      <a:pt x="77031" y="90964"/>
                    </a:cubicBezTo>
                    <a:cubicBezTo>
                      <a:pt x="74270" y="92869"/>
                      <a:pt x="70842" y="93821"/>
                      <a:pt x="66748" y="93821"/>
                    </a:cubicBezTo>
                    <a:cubicBezTo>
                      <a:pt x="62653" y="93821"/>
                      <a:pt x="59035" y="92678"/>
                      <a:pt x="56559" y="90392"/>
                    </a:cubicBezTo>
                    <a:cubicBezTo>
                      <a:pt x="53989" y="88106"/>
                      <a:pt x="52275" y="85249"/>
                      <a:pt x="51323" y="81820"/>
                    </a:cubicBezTo>
                    <a:lnTo>
                      <a:pt x="50370" y="81820"/>
                    </a:lnTo>
                    <a:cubicBezTo>
                      <a:pt x="46942" y="85344"/>
                      <a:pt x="42658" y="88202"/>
                      <a:pt x="37706" y="90392"/>
                    </a:cubicBezTo>
                    <a:cubicBezTo>
                      <a:pt x="32755" y="92678"/>
                      <a:pt x="27423" y="93821"/>
                      <a:pt x="21805" y="93821"/>
                    </a:cubicBezTo>
                    <a:close/>
                    <a:moveTo>
                      <a:pt x="13426" y="69342"/>
                    </a:moveTo>
                    <a:cubicBezTo>
                      <a:pt x="13426" y="74009"/>
                      <a:pt x="14854" y="77533"/>
                      <a:pt x="17615" y="79820"/>
                    </a:cubicBezTo>
                    <a:cubicBezTo>
                      <a:pt x="20377" y="82201"/>
                      <a:pt x="24376" y="83344"/>
                      <a:pt x="29422" y="83344"/>
                    </a:cubicBezTo>
                    <a:cubicBezTo>
                      <a:pt x="32755" y="83344"/>
                      <a:pt x="36183" y="82963"/>
                      <a:pt x="39611" y="82106"/>
                    </a:cubicBezTo>
                    <a:cubicBezTo>
                      <a:pt x="43038" y="81344"/>
                      <a:pt x="46657" y="80010"/>
                      <a:pt x="50370" y="78105"/>
                    </a:cubicBezTo>
                    <a:lnTo>
                      <a:pt x="50370" y="46672"/>
                    </a:lnTo>
                    <a:cubicBezTo>
                      <a:pt x="39611" y="48768"/>
                      <a:pt x="31517" y="51054"/>
                      <a:pt x="26280" y="53245"/>
                    </a:cubicBezTo>
                    <a:cubicBezTo>
                      <a:pt x="21043" y="55435"/>
                      <a:pt x="17520" y="57912"/>
                      <a:pt x="15902" y="60579"/>
                    </a:cubicBezTo>
                    <a:cubicBezTo>
                      <a:pt x="14187" y="63151"/>
                      <a:pt x="13426" y="66104"/>
                      <a:pt x="13426" y="69247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82" name="Google Shape;2482;p47"/>
              <p:cNvSpPr/>
              <p:nvPr/>
            </p:nvSpPr>
            <p:spPr>
              <a:xfrm>
                <a:off x="9022648" y="5306059"/>
                <a:ext cx="63319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63319" h="92106" extrusionOk="0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29" y="13240"/>
                      <a:pt x="38087" y="14097"/>
                      <a:pt x="35135" y="15811"/>
                    </a:cubicBezTo>
                    <a:cubicBezTo>
                      <a:pt x="32183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83" name="Google Shape;2483;p47"/>
              <p:cNvSpPr/>
              <p:nvPr/>
            </p:nvSpPr>
            <p:spPr>
              <a:xfrm>
                <a:off x="9096347" y="5286057"/>
                <a:ext cx="59225" cy="114014"/>
              </a:xfrm>
              <a:custGeom>
                <a:avLst/>
                <a:gdLst/>
                <a:ahLst/>
                <a:cxnLst/>
                <a:rect l="l" t="t" r="r" b="b"/>
                <a:pathLst>
                  <a:path w="59225" h="114014" extrusionOk="0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84" name="Google Shape;2484;p47"/>
              <p:cNvSpPr/>
              <p:nvPr/>
            </p:nvSpPr>
            <p:spPr>
              <a:xfrm>
                <a:off x="9169855" y="5305964"/>
                <a:ext cx="97217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92106" extrusionOk="0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5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85" name="Google Shape;2485;p47"/>
              <p:cNvSpPr/>
              <p:nvPr/>
            </p:nvSpPr>
            <p:spPr>
              <a:xfrm>
                <a:off x="9278785" y="5305964"/>
                <a:ext cx="76460" cy="94107"/>
              </a:xfrm>
              <a:custGeom>
                <a:avLst/>
                <a:gdLst/>
                <a:ahLst/>
                <a:cxnLst/>
                <a:rect l="l" t="t" r="r" b="b"/>
                <a:pathLst>
                  <a:path w="76460" h="94107" extrusionOk="0">
                    <a:moveTo>
                      <a:pt x="42372" y="94107"/>
                    </a:moveTo>
                    <a:cubicBezTo>
                      <a:pt x="33421" y="94107"/>
                      <a:pt x="25804" y="92202"/>
                      <a:pt x="19520" y="88487"/>
                    </a:cubicBezTo>
                    <a:cubicBezTo>
                      <a:pt x="13140" y="84773"/>
                      <a:pt x="8379" y="79629"/>
                      <a:pt x="5047" y="72962"/>
                    </a:cubicBezTo>
                    <a:cubicBezTo>
                      <a:pt x="1714" y="66389"/>
                      <a:pt x="0" y="58674"/>
                      <a:pt x="0" y="50006"/>
                    </a:cubicBezTo>
                    <a:cubicBezTo>
                      <a:pt x="0" y="40386"/>
                      <a:pt x="1904" y="31814"/>
                      <a:pt x="5808" y="24289"/>
                    </a:cubicBezTo>
                    <a:cubicBezTo>
                      <a:pt x="9712" y="16764"/>
                      <a:pt x="14854" y="10859"/>
                      <a:pt x="21233" y="6477"/>
                    </a:cubicBezTo>
                    <a:cubicBezTo>
                      <a:pt x="27613" y="2191"/>
                      <a:pt x="34564" y="0"/>
                      <a:pt x="41991" y="0"/>
                    </a:cubicBezTo>
                    <a:cubicBezTo>
                      <a:pt x="52560" y="0"/>
                      <a:pt x="60749" y="3620"/>
                      <a:pt x="66748" y="10763"/>
                    </a:cubicBezTo>
                    <a:cubicBezTo>
                      <a:pt x="72746" y="18002"/>
                      <a:pt x="75984" y="28099"/>
                      <a:pt x="76365" y="41148"/>
                    </a:cubicBezTo>
                    <a:lnTo>
                      <a:pt x="75603" y="41910"/>
                    </a:lnTo>
                    <a:lnTo>
                      <a:pt x="13426" y="41910"/>
                    </a:lnTo>
                    <a:lnTo>
                      <a:pt x="13426" y="43529"/>
                    </a:lnTo>
                    <a:cubicBezTo>
                      <a:pt x="13426" y="50483"/>
                      <a:pt x="14663" y="56864"/>
                      <a:pt x="17044" y="62675"/>
                    </a:cubicBezTo>
                    <a:cubicBezTo>
                      <a:pt x="19424" y="68485"/>
                      <a:pt x="23233" y="73057"/>
                      <a:pt x="28470" y="76486"/>
                    </a:cubicBezTo>
                    <a:cubicBezTo>
                      <a:pt x="33707" y="79915"/>
                      <a:pt x="40372" y="81629"/>
                      <a:pt x="48656" y="81629"/>
                    </a:cubicBezTo>
                    <a:cubicBezTo>
                      <a:pt x="58559" y="81629"/>
                      <a:pt x="67605" y="78677"/>
                      <a:pt x="75889" y="72866"/>
                    </a:cubicBezTo>
                    <a:lnTo>
                      <a:pt x="76460" y="72866"/>
                    </a:lnTo>
                    <a:lnTo>
                      <a:pt x="76460" y="75057"/>
                    </a:lnTo>
                    <a:cubicBezTo>
                      <a:pt x="73508" y="80391"/>
                      <a:pt x="69128" y="84868"/>
                      <a:pt x="63130" y="88583"/>
                    </a:cubicBezTo>
                    <a:cubicBezTo>
                      <a:pt x="57226" y="92202"/>
                      <a:pt x="50275" y="94107"/>
                      <a:pt x="42467" y="94107"/>
                    </a:cubicBezTo>
                    <a:close/>
                    <a:moveTo>
                      <a:pt x="38944" y="7048"/>
                    </a:moveTo>
                    <a:cubicBezTo>
                      <a:pt x="32564" y="7048"/>
                      <a:pt x="27042" y="9525"/>
                      <a:pt x="22567" y="14383"/>
                    </a:cubicBezTo>
                    <a:cubicBezTo>
                      <a:pt x="17996" y="19241"/>
                      <a:pt x="15140" y="26098"/>
                      <a:pt x="13997" y="34862"/>
                    </a:cubicBezTo>
                    <a:lnTo>
                      <a:pt x="62844" y="34862"/>
                    </a:lnTo>
                    <a:cubicBezTo>
                      <a:pt x="60178" y="16288"/>
                      <a:pt x="52275" y="7048"/>
                      <a:pt x="39039" y="7048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86" name="Google Shape;2486;p47"/>
              <p:cNvSpPr/>
              <p:nvPr/>
            </p:nvSpPr>
            <p:spPr>
              <a:xfrm>
                <a:off x="9369432" y="5306059"/>
                <a:ext cx="63319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63319" h="92106" extrusionOk="0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30" y="13240"/>
                      <a:pt x="38087" y="14097"/>
                      <a:pt x="35135" y="15811"/>
                    </a:cubicBezTo>
                    <a:cubicBezTo>
                      <a:pt x="32184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87" name="Google Shape;2487;p47"/>
              <p:cNvSpPr/>
              <p:nvPr/>
            </p:nvSpPr>
            <p:spPr>
              <a:xfrm>
                <a:off x="9445035" y="5306059"/>
                <a:ext cx="57797" cy="94107"/>
              </a:xfrm>
              <a:custGeom>
                <a:avLst/>
                <a:gdLst/>
                <a:ahLst/>
                <a:cxnLst/>
                <a:rect l="l" t="t" r="r" b="b"/>
                <a:pathLst>
                  <a:path w="57797" h="94107" extrusionOk="0">
                    <a:moveTo>
                      <a:pt x="27328" y="94012"/>
                    </a:moveTo>
                    <a:cubicBezTo>
                      <a:pt x="21710" y="94012"/>
                      <a:pt x="16853" y="93440"/>
                      <a:pt x="12664" y="92393"/>
                    </a:cubicBezTo>
                    <a:cubicBezTo>
                      <a:pt x="8475" y="91345"/>
                      <a:pt x="4190" y="89726"/>
                      <a:pt x="0" y="87630"/>
                    </a:cubicBezTo>
                    <a:lnTo>
                      <a:pt x="0" y="65818"/>
                    </a:lnTo>
                    <a:lnTo>
                      <a:pt x="2571" y="65818"/>
                    </a:lnTo>
                    <a:lnTo>
                      <a:pt x="7522" y="76009"/>
                    </a:lnTo>
                    <a:cubicBezTo>
                      <a:pt x="9236" y="79724"/>
                      <a:pt x="11712" y="82677"/>
                      <a:pt x="15044" y="84677"/>
                    </a:cubicBezTo>
                    <a:cubicBezTo>
                      <a:pt x="18377" y="86678"/>
                      <a:pt x="22567" y="87821"/>
                      <a:pt x="27708" y="87821"/>
                    </a:cubicBezTo>
                    <a:cubicBezTo>
                      <a:pt x="33612" y="87821"/>
                      <a:pt x="38087" y="86487"/>
                      <a:pt x="41229" y="83725"/>
                    </a:cubicBezTo>
                    <a:cubicBezTo>
                      <a:pt x="44372" y="80963"/>
                      <a:pt x="45895" y="77057"/>
                      <a:pt x="45895" y="72009"/>
                    </a:cubicBezTo>
                    <a:cubicBezTo>
                      <a:pt x="45895" y="66580"/>
                      <a:pt x="44086" y="62484"/>
                      <a:pt x="40468" y="59817"/>
                    </a:cubicBezTo>
                    <a:cubicBezTo>
                      <a:pt x="36849" y="57150"/>
                      <a:pt x="31517" y="54293"/>
                      <a:pt x="24471" y="51245"/>
                    </a:cubicBezTo>
                    <a:cubicBezTo>
                      <a:pt x="17139" y="48196"/>
                      <a:pt x="11617" y="44768"/>
                      <a:pt x="7903" y="41053"/>
                    </a:cubicBezTo>
                    <a:cubicBezTo>
                      <a:pt x="4190" y="37338"/>
                      <a:pt x="2285" y="32004"/>
                      <a:pt x="2285" y="25241"/>
                    </a:cubicBezTo>
                    <a:cubicBezTo>
                      <a:pt x="2285" y="20669"/>
                      <a:pt x="3618" y="16478"/>
                      <a:pt x="6189" y="12668"/>
                    </a:cubicBezTo>
                    <a:cubicBezTo>
                      <a:pt x="8760" y="8763"/>
                      <a:pt x="12188" y="5715"/>
                      <a:pt x="16282" y="3429"/>
                    </a:cubicBezTo>
                    <a:cubicBezTo>
                      <a:pt x="20377" y="1143"/>
                      <a:pt x="24757" y="0"/>
                      <a:pt x="29327" y="0"/>
                    </a:cubicBezTo>
                    <a:cubicBezTo>
                      <a:pt x="34374" y="0"/>
                      <a:pt x="38944" y="571"/>
                      <a:pt x="42943" y="1810"/>
                    </a:cubicBezTo>
                    <a:cubicBezTo>
                      <a:pt x="46942" y="3048"/>
                      <a:pt x="50751" y="4572"/>
                      <a:pt x="54369" y="6382"/>
                    </a:cubicBezTo>
                    <a:lnTo>
                      <a:pt x="54369" y="27622"/>
                    </a:lnTo>
                    <a:lnTo>
                      <a:pt x="51799" y="27622"/>
                    </a:lnTo>
                    <a:lnTo>
                      <a:pt x="46752" y="17812"/>
                    </a:lnTo>
                    <a:cubicBezTo>
                      <a:pt x="45038" y="13716"/>
                      <a:pt x="42562" y="10763"/>
                      <a:pt x="39420" y="9049"/>
                    </a:cubicBezTo>
                    <a:cubicBezTo>
                      <a:pt x="36278" y="7334"/>
                      <a:pt x="33041" y="6477"/>
                      <a:pt x="29708" y="6477"/>
                    </a:cubicBezTo>
                    <a:cubicBezTo>
                      <a:pt x="24947" y="6477"/>
                      <a:pt x="21138" y="7810"/>
                      <a:pt x="18377" y="10382"/>
                    </a:cubicBezTo>
                    <a:cubicBezTo>
                      <a:pt x="15616" y="12954"/>
                      <a:pt x="14283" y="16478"/>
                      <a:pt x="14283" y="20860"/>
                    </a:cubicBezTo>
                    <a:cubicBezTo>
                      <a:pt x="14283" y="25241"/>
                      <a:pt x="15806" y="28956"/>
                      <a:pt x="18948" y="31528"/>
                    </a:cubicBezTo>
                    <a:cubicBezTo>
                      <a:pt x="22091" y="34100"/>
                      <a:pt x="26852" y="36862"/>
                      <a:pt x="33231" y="39624"/>
                    </a:cubicBezTo>
                    <a:cubicBezTo>
                      <a:pt x="37802" y="41624"/>
                      <a:pt x="41896" y="43625"/>
                      <a:pt x="45609" y="45720"/>
                    </a:cubicBezTo>
                    <a:cubicBezTo>
                      <a:pt x="49323" y="47816"/>
                      <a:pt x="52275" y="50483"/>
                      <a:pt x="54465" y="53816"/>
                    </a:cubicBezTo>
                    <a:cubicBezTo>
                      <a:pt x="56655" y="57150"/>
                      <a:pt x="57797" y="61722"/>
                      <a:pt x="57797" y="67628"/>
                    </a:cubicBezTo>
                    <a:cubicBezTo>
                      <a:pt x="57797" y="72962"/>
                      <a:pt x="56369" y="77629"/>
                      <a:pt x="53417" y="81534"/>
                    </a:cubicBezTo>
                    <a:cubicBezTo>
                      <a:pt x="50465" y="85439"/>
                      <a:pt x="46657" y="88583"/>
                      <a:pt x="41991" y="90773"/>
                    </a:cubicBezTo>
                    <a:cubicBezTo>
                      <a:pt x="37326" y="92964"/>
                      <a:pt x="32374" y="94107"/>
                      <a:pt x="27232" y="94107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88" name="Google Shape;2488;p47"/>
              <p:cNvSpPr/>
              <p:nvPr/>
            </p:nvSpPr>
            <p:spPr>
              <a:xfrm>
                <a:off x="9518639" y="5247862"/>
                <a:ext cx="97217" cy="150209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150209" extrusionOk="0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5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7" y="146875"/>
                    </a:lnTo>
                    <a:lnTo>
                      <a:pt x="97217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5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8" y="146780"/>
                    </a:lnTo>
                    <a:lnTo>
                      <a:pt x="40848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89" name="Google Shape;2489;p47"/>
              <p:cNvSpPr/>
              <p:nvPr/>
            </p:nvSpPr>
            <p:spPr>
              <a:xfrm>
                <a:off x="9632424" y="5258434"/>
                <a:ext cx="39896" cy="139636"/>
              </a:xfrm>
              <a:custGeom>
                <a:avLst/>
                <a:gdLst/>
                <a:ahLst/>
                <a:cxnLst/>
                <a:rect l="l" t="t" r="r" b="b"/>
                <a:pathLst>
                  <a:path w="39896" h="139636" extrusionOk="0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4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90" name="Google Shape;2490;p47"/>
              <p:cNvSpPr/>
              <p:nvPr/>
            </p:nvSpPr>
            <p:spPr>
              <a:xfrm>
                <a:off x="9683461" y="5306155"/>
                <a:ext cx="92075" cy="138207"/>
              </a:xfrm>
              <a:custGeom>
                <a:avLst/>
                <a:gdLst/>
                <a:ahLst/>
                <a:cxnLst/>
                <a:rect l="l" t="t" r="r" b="b"/>
                <a:pathLst>
                  <a:path w="92075" h="138207" extrusionOk="0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1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8" y="134969"/>
                    </a:lnTo>
                    <a:lnTo>
                      <a:pt x="40848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699" y="79820"/>
                      <a:pt x="72937" y="75724"/>
                      <a:pt x="75317" y="70104"/>
                    </a:cubicBezTo>
                    <a:cubicBezTo>
                      <a:pt x="77698" y="64389"/>
                      <a:pt x="78935" y="56959"/>
                      <a:pt x="78935" y="47816"/>
                    </a:cubicBezTo>
                    <a:cubicBezTo>
                      <a:pt x="78935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91" name="Google Shape;2491;p47"/>
              <p:cNvSpPr/>
              <p:nvPr/>
            </p:nvSpPr>
            <p:spPr>
              <a:xfrm>
                <a:off x="9826764" y="5308060"/>
                <a:ext cx="153491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153491" h="90487" extrusionOk="0">
                    <a:moveTo>
                      <a:pt x="43038" y="90488"/>
                    </a:moveTo>
                    <a:lnTo>
                      <a:pt x="13045" y="8477"/>
                    </a:lnTo>
                    <a:lnTo>
                      <a:pt x="0" y="3239"/>
                    </a:lnTo>
                    <a:lnTo>
                      <a:pt x="0" y="0"/>
                    </a:lnTo>
                    <a:lnTo>
                      <a:pt x="43991" y="0"/>
                    </a:lnTo>
                    <a:lnTo>
                      <a:pt x="43991" y="3239"/>
                    </a:lnTo>
                    <a:lnTo>
                      <a:pt x="27994" y="8001"/>
                    </a:lnTo>
                    <a:lnTo>
                      <a:pt x="27994" y="8953"/>
                    </a:lnTo>
                    <a:lnTo>
                      <a:pt x="49037" y="70199"/>
                    </a:lnTo>
                    <a:lnTo>
                      <a:pt x="49608" y="70199"/>
                    </a:lnTo>
                    <a:lnTo>
                      <a:pt x="77984" y="0"/>
                    </a:lnTo>
                    <a:lnTo>
                      <a:pt x="81602" y="0"/>
                    </a:lnTo>
                    <a:lnTo>
                      <a:pt x="109977" y="69628"/>
                    </a:lnTo>
                    <a:lnTo>
                      <a:pt x="110739" y="69628"/>
                    </a:lnTo>
                    <a:lnTo>
                      <a:pt x="131115" y="9811"/>
                    </a:lnTo>
                    <a:lnTo>
                      <a:pt x="131115" y="8858"/>
                    </a:lnTo>
                    <a:lnTo>
                      <a:pt x="115880" y="3239"/>
                    </a:lnTo>
                    <a:lnTo>
                      <a:pt x="115880" y="0"/>
                    </a:lnTo>
                    <a:lnTo>
                      <a:pt x="153491" y="0"/>
                    </a:lnTo>
                    <a:lnTo>
                      <a:pt x="153491" y="3239"/>
                    </a:lnTo>
                    <a:lnTo>
                      <a:pt x="139494" y="8858"/>
                    </a:lnTo>
                    <a:lnTo>
                      <a:pt x="107882" y="90488"/>
                    </a:lnTo>
                    <a:lnTo>
                      <a:pt x="104454" y="90488"/>
                    </a:lnTo>
                    <a:lnTo>
                      <a:pt x="75889" y="22098"/>
                    </a:lnTo>
                    <a:lnTo>
                      <a:pt x="46276" y="90488"/>
                    </a:lnTo>
                    <a:lnTo>
                      <a:pt x="42848" y="90488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92" name="Google Shape;2492;p47"/>
              <p:cNvSpPr/>
              <p:nvPr/>
            </p:nvSpPr>
            <p:spPr>
              <a:xfrm>
                <a:off x="9991110" y="5258434"/>
                <a:ext cx="39896" cy="139636"/>
              </a:xfrm>
              <a:custGeom>
                <a:avLst/>
                <a:gdLst/>
                <a:ahLst/>
                <a:cxnLst/>
                <a:rect l="l" t="t" r="r" b="b"/>
                <a:pathLst>
                  <a:path w="39896" h="139636" extrusionOk="0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3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93" name="Google Shape;2493;p47"/>
              <p:cNvSpPr/>
              <p:nvPr/>
            </p:nvSpPr>
            <p:spPr>
              <a:xfrm>
                <a:off x="10039005" y="5286057"/>
                <a:ext cx="59225" cy="114014"/>
              </a:xfrm>
              <a:custGeom>
                <a:avLst/>
                <a:gdLst/>
                <a:ahLst/>
                <a:cxnLst/>
                <a:rect l="l" t="t" r="r" b="b"/>
                <a:pathLst>
                  <a:path w="59225" h="114014" extrusionOk="0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494" name="Google Shape;2494;p47"/>
              <p:cNvSpPr/>
              <p:nvPr/>
            </p:nvSpPr>
            <p:spPr>
              <a:xfrm>
                <a:off x="10112132" y="5247862"/>
                <a:ext cx="97217" cy="150209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150209" extrusionOk="0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6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8" y="146875"/>
                    </a:lnTo>
                    <a:lnTo>
                      <a:pt x="97218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6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9" y="146780"/>
                    </a:lnTo>
                    <a:lnTo>
                      <a:pt x="40849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</p:grpSp>
        <p:pic>
          <p:nvPicPr>
            <p:cNvPr id="2495" name="Google Shape;2495;p4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661" y="5651912"/>
              <a:ext cx="1645366" cy="382904"/>
            </a:xfrm>
            <a:custGeom>
              <a:avLst/>
              <a:gdLst/>
              <a:ahLst/>
              <a:cxnLst/>
              <a:rect l="l" t="t" r="r" b="b"/>
              <a:pathLst>
                <a:path w="1645366" h="382904" extrusionOk="0">
                  <a:moveTo>
                    <a:pt x="321" y="11"/>
                  </a:moveTo>
                  <a:lnTo>
                    <a:pt x="1645687" y="11"/>
                  </a:lnTo>
                  <a:lnTo>
                    <a:pt x="1645687" y="382916"/>
                  </a:lnTo>
                  <a:lnTo>
                    <a:pt x="321" y="382916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496" name="Google Shape;2496;p4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623411" y="5635244"/>
              <a:ext cx="987219" cy="387477"/>
            </a:xfrm>
            <a:custGeom>
              <a:avLst/>
              <a:gdLst/>
              <a:ahLst/>
              <a:cxnLst/>
              <a:rect l="l" t="t" r="r" b="b"/>
              <a:pathLst>
                <a:path w="987219" h="387477" extrusionOk="0">
                  <a:moveTo>
                    <a:pt x="529" y="-37"/>
                  </a:moveTo>
                  <a:lnTo>
                    <a:pt x="987749" y="-37"/>
                  </a:lnTo>
                  <a:lnTo>
                    <a:pt x="987749" y="387440"/>
                  </a:lnTo>
                  <a:lnTo>
                    <a:pt x="529" y="38744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497" name="Google Shape;2497;p4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4224310" y="5476843"/>
              <a:ext cx="544646" cy="544829"/>
            </a:xfrm>
            <a:custGeom>
              <a:avLst/>
              <a:gdLst/>
              <a:ahLst/>
              <a:cxnLst/>
              <a:rect l="l" t="t" r="r" b="b"/>
              <a:pathLst>
                <a:path w="544646" h="544829" extrusionOk="0">
                  <a:moveTo>
                    <a:pt x="852" y="-42"/>
                  </a:moveTo>
                  <a:lnTo>
                    <a:pt x="545499" y="-42"/>
                  </a:lnTo>
                  <a:lnTo>
                    <a:pt x="545499" y="544788"/>
                  </a:lnTo>
                  <a:lnTo>
                    <a:pt x="852" y="544788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498" name="Google Shape;2498;p47"/>
          <p:cNvSpPr txBox="1">
            <a:spLocks noGrp="1"/>
          </p:cNvSpPr>
          <p:nvPr>
            <p:ph type="body" idx="1"/>
          </p:nvPr>
        </p:nvSpPr>
        <p:spPr>
          <a:xfrm>
            <a:off x="568634" y="1699535"/>
            <a:ext cx="10980300" cy="3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900" b="0" i="0" u="none" strike="noStrike" cap="none"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99" name="Google Shape;2499;p47"/>
          <p:cNvSpPr txBox="1">
            <a:spLocks noGrp="1"/>
          </p:cNvSpPr>
          <p:nvPr>
            <p:ph type="title"/>
          </p:nvPr>
        </p:nvSpPr>
        <p:spPr>
          <a:xfrm>
            <a:off x="520159" y="627293"/>
            <a:ext cx="92265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nership Slide_3">
  <p:cSld name="Partnership Slide_3">
    <p:spTree>
      <p:nvGrpSpPr>
        <p:cNvPr id="1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1" name="Google Shape;2501;p48"/>
          <p:cNvGrpSpPr/>
          <p:nvPr/>
        </p:nvGrpSpPr>
        <p:grpSpPr>
          <a:xfrm>
            <a:off x="165088" y="5143131"/>
            <a:ext cx="12026284" cy="1714689"/>
            <a:chOff x="272243" y="8481417"/>
            <a:chExt cx="19832262" cy="2827654"/>
          </a:xfrm>
        </p:grpSpPr>
        <p:sp>
          <p:nvSpPr>
            <p:cNvPr id="2502" name="Google Shape;2502;p48"/>
            <p:cNvSpPr/>
            <p:nvPr/>
          </p:nvSpPr>
          <p:spPr>
            <a:xfrm>
              <a:off x="272243" y="8481417"/>
              <a:ext cx="16012794" cy="2827654"/>
            </a:xfrm>
            <a:custGeom>
              <a:avLst/>
              <a:gdLst/>
              <a:ahLst/>
              <a:cxnLst/>
              <a:rect l="l" t="t" r="r" b="b"/>
              <a:pathLst>
                <a:path w="16012794" h="2827654" extrusionOk="0">
                  <a:moveTo>
                    <a:pt x="0" y="2827139"/>
                  </a:moveTo>
                  <a:lnTo>
                    <a:pt x="16012737" y="2827139"/>
                  </a:lnTo>
                  <a:lnTo>
                    <a:pt x="16012737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503" name="Google Shape;2503;p48"/>
            <p:cNvSpPr/>
            <p:nvPr/>
          </p:nvSpPr>
          <p:spPr>
            <a:xfrm>
              <a:off x="16284980" y="8481417"/>
              <a:ext cx="3819525" cy="2827654"/>
            </a:xfrm>
            <a:custGeom>
              <a:avLst/>
              <a:gdLst/>
              <a:ahLst/>
              <a:cxnLst/>
              <a:rect l="l" t="t" r="r" b="b"/>
              <a:pathLst>
                <a:path w="3819525" h="2827654" extrusionOk="0">
                  <a:moveTo>
                    <a:pt x="3819119" y="0"/>
                  </a:moveTo>
                  <a:lnTo>
                    <a:pt x="0" y="0"/>
                  </a:lnTo>
                  <a:lnTo>
                    <a:pt x="0" y="2827139"/>
                  </a:lnTo>
                  <a:lnTo>
                    <a:pt x="3819119" y="2827139"/>
                  </a:lnTo>
                  <a:lnTo>
                    <a:pt x="3819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2504" name="Google Shape;2504;p48"/>
          <p:cNvSpPr/>
          <p:nvPr/>
        </p:nvSpPr>
        <p:spPr>
          <a:xfrm>
            <a:off x="0" y="5143139"/>
            <a:ext cx="165492" cy="1717800"/>
          </a:xfrm>
          <a:custGeom>
            <a:avLst/>
            <a:gdLst/>
            <a:ahLst/>
            <a:cxnLst/>
            <a:rect l="l" t="t" r="r" b="b"/>
            <a:pathLst>
              <a:path w="272415" h="2827654" extrusionOk="0">
                <a:moveTo>
                  <a:pt x="272243" y="0"/>
                </a:moveTo>
                <a:lnTo>
                  <a:pt x="0" y="0"/>
                </a:lnTo>
                <a:lnTo>
                  <a:pt x="0" y="2827139"/>
                </a:lnTo>
                <a:lnTo>
                  <a:pt x="272243" y="2827139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505" name="Google Shape;2505;p48"/>
          <p:cNvSpPr txBox="1"/>
          <p:nvPr/>
        </p:nvSpPr>
        <p:spPr>
          <a:xfrm>
            <a:off x="10604801" y="5873948"/>
            <a:ext cx="11238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5" rIns="0" bIns="0" anchor="t" anchorCtr="0">
            <a:spAutoFit/>
          </a:bodyPr>
          <a:lstStyle/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grpSp>
        <p:nvGrpSpPr>
          <p:cNvPr id="2506" name="Google Shape;2506;p48"/>
          <p:cNvGrpSpPr/>
          <p:nvPr/>
        </p:nvGrpSpPr>
        <p:grpSpPr>
          <a:xfrm>
            <a:off x="1729712" y="2920583"/>
            <a:ext cx="8732972" cy="1017033"/>
            <a:chOff x="5334025" y="5104384"/>
            <a:chExt cx="9434931" cy="1102714"/>
          </a:xfrm>
        </p:grpSpPr>
        <p:grpSp>
          <p:nvGrpSpPr>
            <p:cNvPr id="2507" name="Google Shape;2507;p48"/>
            <p:cNvGrpSpPr/>
            <p:nvPr/>
          </p:nvGrpSpPr>
          <p:grpSpPr>
            <a:xfrm>
              <a:off x="5334025" y="5104384"/>
              <a:ext cx="2492780" cy="1102714"/>
              <a:chOff x="5334025" y="5104384"/>
              <a:chExt cx="2492780" cy="1102714"/>
            </a:xfrm>
          </p:grpSpPr>
          <p:sp>
            <p:nvSpPr>
              <p:cNvPr id="2508" name="Google Shape;2508;p48"/>
              <p:cNvSpPr/>
              <p:nvPr/>
            </p:nvSpPr>
            <p:spPr>
              <a:xfrm>
                <a:off x="6854059" y="5240432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09" name="Google Shape;2509;p48"/>
              <p:cNvSpPr/>
              <p:nvPr/>
            </p:nvSpPr>
            <p:spPr>
              <a:xfrm>
                <a:off x="6964512" y="5240432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510" name="Google Shape;2510;p48"/>
              <p:cNvGrpSpPr/>
              <p:nvPr/>
            </p:nvGrpSpPr>
            <p:grpSpPr>
              <a:xfrm>
                <a:off x="7078488" y="5238718"/>
                <a:ext cx="335071" cy="114394"/>
                <a:chOff x="7078488" y="5238718"/>
                <a:chExt cx="335071" cy="114394"/>
              </a:xfrm>
            </p:grpSpPr>
            <p:sp>
              <p:nvSpPr>
                <p:cNvPr id="2511" name="Google Shape;2511;p48"/>
                <p:cNvSpPr/>
                <p:nvPr/>
              </p:nvSpPr>
              <p:spPr>
                <a:xfrm>
                  <a:off x="7078488" y="5238813"/>
                  <a:ext cx="72175" cy="1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75" h="114204" extrusionOk="0">
                      <a:moveTo>
                        <a:pt x="35135" y="114109"/>
                      </a:moveTo>
                      <a:cubicBezTo>
                        <a:pt x="28089" y="114109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6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1"/>
                        <a:pt x="53322" y="1810"/>
                      </a:cubicBezTo>
                      <a:cubicBezTo>
                        <a:pt x="57892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240"/>
                        <a:pt x="47514" y="10001"/>
                      </a:cubicBezTo>
                      <a:cubicBezTo>
                        <a:pt x="44657" y="8763"/>
                        <a:pt x="41325" y="8191"/>
                        <a:pt x="37611" y="8191"/>
                      </a:cubicBezTo>
                      <a:cubicBezTo>
                        <a:pt x="32755" y="8191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3"/>
                        <a:pt x="20853" y="25336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5" y="57721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8"/>
                        <a:pt x="71033" y="91726"/>
                        <a:pt x="68843" y="95726"/>
                      </a:cubicBezTo>
                      <a:cubicBezTo>
                        <a:pt x="66557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12" name="Google Shape;2512;p48"/>
                <p:cNvSpPr/>
                <p:nvPr/>
              </p:nvSpPr>
              <p:spPr>
                <a:xfrm>
                  <a:off x="7177895" y="5238718"/>
                  <a:ext cx="95789" cy="1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89" h="114204" extrusionOk="0">
                      <a:moveTo>
                        <a:pt x="56179" y="114205"/>
                      </a:moveTo>
                      <a:cubicBezTo>
                        <a:pt x="44657" y="114205"/>
                        <a:pt x="34659" y="111824"/>
                        <a:pt x="26280" y="107156"/>
                      </a:cubicBezTo>
                      <a:cubicBezTo>
                        <a:pt x="17901" y="102489"/>
                        <a:pt x="11426" y="96012"/>
                        <a:pt x="6856" y="87820"/>
                      </a:cubicBezTo>
                      <a:cubicBezTo>
                        <a:pt x="2285" y="79629"/>
                        <a:pt x="0" y="70390"/>
                        <a:pt x="0" y="59912"/>
                      </a:cubicBezTo>
                      <a:cubicBezTo>
                        <a:pt x="0" y="51816"/>
                        <a:pt x="1524" y="44196"/>
                        <a:pt x="4666" y="37052"/>
                      </a:cubicBezTo>
                      <a:cubicBezTo>
                        <a:pt x="7808" y="29908"/>
                        <a:pt x="12093" y="23527"/>
                        <a:pt x="17520" y="17907"/>
                      </a:cubicBezTo>
                      <a:cubicBezTo>
                        <a:pt x="22948" y="12287"/>
                        <a:pt x="29137" y="7906"/>
                        <a:pt x="36183" y="4763"/>
                      </a:cubicBezTo>
                      <a:cubicBezTo>
                        <a:pt x="43229" y="1524"/>
                        <a:pt x="50751" y="0"/>
                        <a:pt x="58654" y="0"/>
                      </a:cubicBezTo>
                      <a:cubicBezTo>
                        <a:pt x="64367" y="0"/>
                        <a:pt x="69128" y="381"/>
                        <a:pt x="73032" y="1048"/>
                      </a:cubicBezTo>
                      <a:cubicBezTo>
                        <a:pt x="76936" y="1810"/>
                        <a:pt x="80459" y="2762"/>
                        <a:pt x="83506" y="3905"/>
                      </a:cubicBezTo>
                      <a:cubicBezTo>
                        <a:pt x="86553" y="5048"/>
                        <a:pt x="89695" y="6477"/>
                        <a:pt x="92838" y="8001"/>
                      </a:cubicBezTo>
                      <a:lnTo>
                        <a:pt x="93885" y="37909"/>
                      </a:lnTo>
                      <a:lnTo>
                        <a:pt x="90838" y="37909"/>
                      </a:lnTo>
                      <a:lnTo>
                        <a:pt x="79221" y="16097"/>
                      </a:lnTo>
                      <a:cubicBezTo>
                        <a:pt x="75413" y="13430"/>
                        <a:pt x="71985" y="11430"/>
                        <a:pt x="68938" y="10192"/>
                      </a:cubicBezTo>
                      <a:cubicBezTo>
                        <a:pt x="65891" y="8954"/>
                        <a:pt x="62368" y="8382"/>
                        <a:pt x="58654" y="8382"/>
                      </a:cubicBezTo>
                      <a:cubicBezTo>
                        <a:pt x="50942" y="8382"/>
                        <a:pt x="43991" y="10382"/>
                        <a:pt x="37802" y="14383"/>
                      </a:cubicBezTo>
                      <a:cubicBezTo>
                        <a:pt x="31612" y="18383"/>
                        <a:pt x="26852" y="24003"/>
                        <a:pt x="23233" y="31052"/>
                      </a:cubicBezTo>
                      <a:cubicBezTo>
                        <a:pt x="19710" y="38195"/>
                        <a:pt x="17996" y="46387"/>
                        <a:pt x="17996" y="55626"/>
                      </a:cubicBezTo>
                      <a:cubicBezTo>
                        <a:pt x="17996" y="66008"/>
                        <a:pt x="19710" y="74962"/>
                        <a:pt x="23138" y="82391"/>
                      </a:cubicBezTo>
                      <a:cubicBezTo>
                        <a:pt x="26566" y="89821"/>
                        <a:pt x="31136" y="95536"/>
                        <a:pt x="37040" y="99441"/>
                      </a:cubicBezTo>
                      <a:cubicBezTo>
                        <a:pt x="42848" y="103346"/>
                        <a:pt x="49323" y="105346"/>
                        <a:pt x="56369" y="105346"/>
                      </a:cubicBezTo>
                      <a:cubicBezTo>
                        <a:pt x="62177" y="105346"/>
                        <a:pt x="67034" y="104584"/>
                        <a:pt x="71033" y="102965"/>
                      </a:cubicBezTo>
                      <a:cubicBezTo>
                        <a:pt x="75032" y="101346"/>
                        <a:pt x="78555" y="99536"/>
                        <a:pt x="81697" y="97441"/>
                      </a:cubicBezTo>
                      <a:lnTo>
                        <a:pt x="92933" y="78677"/>
                      </a:lnTo>
                      <a:lnTo>
                        <a:pt x="95789" y="78677"/>
                      </a:lnTo>
                      <a:lnTo>
                        <a:pt x="93790" y="105728"/>
                      </a:lnTo>
                      <a:cubicBezTo>
                        <a:pt x="88838" y="108204"/>
                        <a:pt x="83601" y="110204"/>
                        <a:pt x="77984" y="111728"/>
                      </a:cubicBezTo>
                      <a:cubicBezTo>
                        <a:pt x="72366" y="113348"/>
                        <a:pt x="65129" y="114109"/>
                        <a:pt x="56179" y="114109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13" name="Google Shape;2513;p48"/>
                <p:cNvSpPr/>
                <p:nvPr/>
              </p:nvSpPr>
              <p:spPr>
                <a:xfrm>
                  <a:off x="7300631" y="5239003"/>
                  <a:ext cx="112928" cy="114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928" h="114109" extrusionOk="0">
                      <a:moveTo>
                        <a:pt x="59607" y="105537"/>
                      </a:moveTo>
                      <a:cubicBezTo>
                        <a:pt x="66462" y="105537"/>
                        <a:pt x="72461" y="103727"/>
                        <a:pt x="77603" y="100203"/>
                      </a:cubicBezTo>
                      <a:cubicBezTo>
                        <a:pt x="82744" y="96584"/>
                        <a:pt x="86744" y="91631"/>
                        <a:pt x="89695" y="85058"/>
                      </a:cubicBezTo>
                      <a:cubicBezTo>
                        <a:pt x="92552" y="78581"/>
                        <a:pt x="94075" y="70866"/>
                        <a:pt x="94075" y="62008"/>
                      </a:cubicBezTo>
                      <a:cubicBezTo>
                        <a:pt x="94075" y="51149"/>
                        <a:pt x="92266" y="41624"/>
                        <a:pt x="88743" y="33528"/>
                      </a:cubicBezTo>
                      <a:cubicBezTo>
                        <a:pt x="85220" y="25432"/>
                        <a:pt x="80269" y="19145"/>
                        <a:pt x="74175" y="14669"/>
                      </a:cubicBezTo>
                      <a:cubicBezTo>
                        <a:pt x="67986" y="10192"/>
                        <a:pt x="61225" y="8001"/>
                        <a:pt x="53703" y="8001"/>
                      </a:cubicBezTo>
                      <a:cubicBezTo>
                        <a:pt x="46847" y="8001"/>
                        <a:pt x="40849" y="9716"/>
                        <a:pt x="35612" y="13335"/>
                      </a:cubicBezTo>
                      <a:cubicBezTo>
                        <a:pt x="30375" y="16859"/>
                        <a:pt x="26280" y="21908"/>
                        <a:pt x="23233" y="28385"/>
                      </a:cubicBezTo>
                      <a:cubicBezTo>
                        <a:pt x="20281" y="34862"/>
                        <a:pt x="18758" y="42577"/>
                        <a:pt x="18758" y="51435"/>
                      </a:cubicBezTo>
                      <a:cubicBezTo>
                        <a:pt x="18758" y="62294"/>
                        <a:pt x="20567" y="71819"/>
                        <a:pt x="24185" y="80010"/>
                      </a:cubicBezTo>
                      <a:cubicBezTo>
                        <a:pt x="27804" y="88202"/>
                        <a:pt x="32755" y="94488"/>
                        <a:pt x="38944" y="98965"/>
                      </a:cubicBezTo>
                      <a:cubicBezTo>
                        <a:pt x="45133" y="103442"/>
                        <a:pt x="52084" y="105727"/>
                        <a:pt x="59702" y="105727"/>
                      </a:cubicBezTo>
                      <a:moveTo>
                        <a:pt x="56369" y="114110"/>
                      </a:moveTo>
                      <a:cubicBezTo>
                        <a:pt x="48276" y="114110"/>
                        <a:pt x="40849" y="112681"/>
                        <a:pt x="33993" y="109823"/>
                      </a:cubicBezTo>
                      <a:cubicBezTo>
                        <a:pt x="27137" y="106966"/>
                        <a:pt x="21138" y="102965"/>
                        <a:pt x="15997" y="97917"/>
                      </a:cubicBezTo>
                      <a:cubicBezTo>
                        <a:pt x="10950" y="92774"/>
                        <a:pt x="6951" y="86773"/>
                        <a:pt x="4190" y="79915"/>
                      </a:cubicBezTo>
                      <a:cubicBezTo>
                        <a:pt x="1428" y="72962"/>
                        <a:pt x="0" y="65341"/>
                        <a:pt x="0" y="57055"/>
                      </a:cubicBezTo>
                      <a:cubicBezTo>
                        <a:pt x="0" y="48768"/>
                        <a:pt x="1428" y="41148"/>
                        <a:pt x="4190" y="34195"/>
                      </a:cubicBezTo>
                      <a:cubicBezTo>
                        <a:pt x="6951" y="27241"/>
                        <a:pt x="10950" y="21241"/>
                        <a:pt x="15997" y="16192"/>
                      </a:cubicBezTo>
                      <a:cubicBezTo>
                        <a:pt x="21043" y="11144"/>
                        <a:pt x="27042" y="7144"/>
                        <a:pt x="33993" y="4286"/>
                      </a:cubicBezTo>
                      <a:cubicBezTo>
                        <a:pt x="40849" y="1429"/>
                        <a:pt x="48371" y="0"/>
                        <a:pt x="56369" y="0"/>
                      </a:cubicBezTo>
                      <a:cubicBezTo>
                        <a:pt x="64367" y="0"/>
                        <a:pt x="71890" y="1429"/>
                        <a:pt x="78745" y="4286"/>
                      </a:cubicBezTo>
                      <a:cubicBezTo>
                        <a:pt x="85601" y="7144"/>
                        <a:pt x="91600" y="11144"/>
                        <a:pt x="96741" y="16192"/>
                      </a:cubicBezTo>
                      <a:cubicBezTo>
                        <a:pt x="101788" y="21241"/>
                        <a:pt x="105787" y="27337"/>
                        <a:pt x="108644" y="34195"/>
                      </a:cubicBezTo>
                      <a:cubicBezTo>
                        <a:pt x="111500" y="41148"/>
                        <a:pt x="112929" y="48768"/>
                        <a:pt x="112929" y="57055"/>
                      </a:cubicBezTo>
                      <a:cubicBezTo>
                        <a:pt x="112929" y="65341"/>
                        <a:pt x="111500" y="72962"/>
                        <a:pt x="108644" y="79915"/>
                      </a:cubicBezTo>
                      <a:cubicBezTo>
                        <a:pt x="105787" y="86868"/>
                        <a:pt x="101788" y="92869"/>
                        <a:pt x="96741" y="97917"/>
                      </a:cubicBezTo>
                      <a:cubicBezTo>
                        <a:pt x="91600" y="103061"/>
                        <a:pt x="85696" y="106966"/>
                        <a:pt x="78745" y="109823"/>
                      </a:cubicBezTo>
                      <a:cubicBezTo>
                        <a:pt x="71890" y="112681"/>
                        <a:pt x="64367" y="114110"/>
                        <a:pt x="56369" y="114110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514" name="Google Shape;2514;p48"/>
              <p:cNvSpPr/>
              <p:nvPr/>
            </p:nvSpPr>
            <p:spPr>
              <a:xfrm>
                <a:off x="7432603" y="5240432"/>
                <a:ext cx="44847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44847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15" name="Google Shape;2515;p48"/>
              <p:cNvSpPr/>
              <p:nvPr/>
            </p:nvSpPr>
            <p:spPr>
              <a:xfrm>
                <a:off x="7503446" y="5240432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16" name="Google Shape;2516;p48"/>
              <p:cNvSpPr/>
              <p:nvPr/>
            </p:nvSpPr>
            <p:spPr>
              <a:xfrm>
                <a:off x="7632752" y="5251577"/>
                <a:ext cx="92837" cy="89344"/>
              </a:xfrm>
              <a:custGeom>
                <a:avLst/>
                <a:gdLst/>
                <a:ahLst/>
                <a:cxnLst/>
                <a:rect l="l" t="t" r="r" b="b"/>
                <a:pathLst>
                  <a:path w="92837" h="89344" extrusionOk="0">
                    <a:moveTo>
                      <a:pt x="0" y="88678"/>
                    </a:moveTo>
                    <a:lnTo>
                      <a:pt x="0" y="86582"/>
                    </a:lnTo>
                    <a:lnTo>
                      <a:pt x="10950" y="81153"/>
                    </a:lnTo>
                    <a:lnTo>
                      <a:pt x="10950" y="7810"/>
                    </a:lnTo>
                    <a:lnTo>
                      <a:pt x="190" y="2191"/>
                    </a:lnTo>
                    <a:lnTo>
                      <a:pt x="190" y="0"/>
                    </a:lnTo>
                    <a:lnTo>
                      <a:pt x="21234" y="0"/>
                    </a:lnTo>
                    <a:lnTo>
                      <a:pt x="72651" y="63341"/>
                    </a:lnTo>
                    <a:lnTo>
                      <a:pt x="72651" y="7429"/>
                    </a:lnTo>
                    <a:lnTo>
                      <a:pt x="58845" y="2191"/>
                    </a:lnTo>
                    <a:lnTo>
                      <a:pt x="58845" y="0"/>
                    </a:lnTo>
                    <a:lnTo>
                      <a:pt x="92838" y="0"/>
                    </a:lnTo>
                    <a:lnTo>
                      <a:pt x="92838" y="2191"/>
                    </a:lnTo>
                    <a:lnTo>
                      <a:pt x="82078" y="7429"/>
                    </a:lnTo>
                    <a:lnTo>
                      <a:pt x="82078" y="89344"/>
                    </a:lnTo>
                    <a:lnTo>
                      <a:pt x="76270" y="89344"/>
                    </a:lnTo>
                    <a:lnTo>
                      <a:pt x="20281" y="20574"/>
                    </a:lnTo>
                    <a:lnTo>
                      <a:pt x="20281" y="81343"/>
                    </a:lnTo>
                    <a:lnTo>
                      <a:pt x="34183" y="86582"/>
                    </a:lnTo>
                    <a:lnTo>
                      <a:pt x="34183" y="88678"/>
                    </a:lnTo>
                    <a:lnTo>
                      <a:pt x="0" y="886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517" name="Google Shape;2517;p48"/>
              <p:cNvGrpSpPr/>
              <p:nvPr/>
            </p:nvGrpSpPr>
            <p:grpSpPr>
              <a:xfrm>
                <a:off x="6668955" y="5214715"/>
                <a:ext cx="1154327" cy="321468"/>
                <a:chOff x="6668955" y="5214715"/>
                <a:chExt cx="1154327" cy="321468"/>
              </a:xfrm>
            </p:grpSpPr>
            <p:sp>
              <p:nvSpPr>
                <p:cNvPr id="2518" name="Google Shape;2518;p48"/>
                <p:cNvSpPr/>
                <p:nvPr/>
              </p:nvSpPr>
              <p:spPr>
                <a:xfrm>
                  <a:off x="7730159" y="5250624"/>
                  <a:ext cx="93123" cy="88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23" h="88963" extrusionOk="0">
                      <a:moveTo>
                        <a:pt x="26756" y="59817"/>
                      </a:moveTo>
                      <a:cubicBezTo>
                        <a:pt x="26756" y="59817"/>
                        <a:pt x="26756" y="59817"/>
                        <a:pt x="26756" y="59817"/>
                      </a:cubicBezTo>
                      <a:lnTo>
                        <a:pt x="43515" y="18479"/>
                      </a:lnTo>
                      <a:lnTo>
                        <a:pt x="53798" y="43720"/>
                      </a:lnTo>
                      <a:cubicBezTo>
                        <a:pt x="41896" y="47720"/>
                        <a:pt x="33136" y="53721"/>
                        <a:pt x="26756" y="59817"/>
                      </a:cubicBezTo>
                      <a:moveTo>
                        <a:pt x="84078" y="82106"/>
                      </a:moveTo>
                      <a:lnTo>
                        <a:pt x="69224" y="46196"/>
                      </a:lnTo>
                      <a:lnTo>
                        <a:pt x="69224" y="46196"/>
                      </a:lnTo>
                      <a:cubicBezTo>
                        <a:pt x="73127" y="45530"/>
                        <a:pt x="77317" y="45148"/>
                        <a:pt x="81888" y="44958"/>
                      </a:cubicBezTo>
                      <a:lnTo>
                        <a:pt x="79412" y="38862"/>
                      </a:lnTo>
                      <a:cubicBezTo>
                        <a:pt x="74936" y="39148"/>
                        <a:pt x="70747" y="39624"/>
                        <a:pt x="66843" y="40386"/>
                      </a:cubicBezTo>
                      <a:lnTo>
                        <a:pt x="66843" y="40386"/>
                      </a:lnTo>
                      <a:lnTo>
                        <a:pt x="50085" y="0"/>
                      </a:lnTo>
                      <a:lnTo>
                        <a:pt x="42753" y="0"/>
                      </a:lnTo>
                      <a:lnTo>
                        <a:pt x="8379" y="82487"/>
                      </a:lnTo>
                      <a:lnTo>
                        <a:pt x="0" y="86868"/>
                      </a:lnTo>
                      <a:lnTo>
                        <a:pt x="0" y="88964"/>
                      </a:lnTo>
                      <a:lnTo>
                        <a:pt x="28946" y="88964"/>
                      </a:lnTo>
                      <a:lnTo>
                        <a:pt x="28946" y="86868"/>
                      </a:lnTo>
                      <a:lnTo>
                        <a:pt x="17901" y="82391"/>
                      </a:lnTo>
                      <a:cubicBezTo>
                        <a:pt x="19425" y="78391"/>
                        <a:pt x="28661" y="58483"/>
                        <a:pt x="56274" y="49340"/>
                      </a:cubicBezTo>
                      <a:lnTo>
                        <a:pt x="56274" y="49340"/>
                      </a:lnTo>
                      <a:lnTo>
                        <a:pt x="69604" y="82201"/>
                      </a:lnTo>
                      <a:lnTo>
                        <a:pt x="57797" y="86868"/>
                      </a:lnTo>
                      <a:lnTo>
                        <a:pt x="57797" y="88964"/>
                      </a:lnTo>
                      <a:lnTo>
                        <a:pt x="93123" y="88964"/>
                      </a:lnTo>
                      <a:lnTo>
                        <a:pt x="93123" y="86868"/>
                      </a:lnTo>
                      <a:lnTo>
                        <a:pt x="84173" y="820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19" name="Google Shape;2519;p48"/>
                <p:cNvSpPr/>
                <p:nvPr/>
              </p:nvSpPr>
              <p:spPr>
                <a:xfrm>
                  <a:off x="6668955" y="5214715"/>
                  <a:ext cx="154062" cy="160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62" h="160972" extrusionOk="0">
                      <a:moveTo>
                        <a:pt x="81888" y="151067"/>
                      </a:moveTo>
                      <a:cubicBezTo>
                        <a:pt x="92361" y="151067"/>
                        <a:pt x="101502" y="148495"/>
                        <a:pt x="109405" y="143256"/>
                      </a:cubicBezTo>
                      <a:cubicBezTo>
                        <a:pt x="117309" y="138017"/>
                        <a:pt x="123498" y="130683"/>
                        <a:pt x="127878" y="121253"/>
                      </a:cubicBezTo>
                      <a:cubicBezTo>
                        <a:pt x="132258" y="111728"/>
                        <a:pt x="134543" y="100679"/>
                        <a:pt x="134543" y="87821"/>
                      </a:cubicBezTo>
                      <a:cubicBezTo>
                        <a:pt x="134543" y="72009"/>
                        <a:pt x="131782" y="58293"/>
                        <a:pt x="126259" y="46577"/>
                      </a:cubicBezTo>
                      <a:cubicBezTo>
                        <a:pt x="120736" y="34862"/>
                        <a:pt x="113309" y="25813"/>
                        <a:pt x="103978" y="19336"/>
                      </a:cubicBezTo>
                      <a:cubicBezTo>
                        <a:pt x="94647" y="12859"/>
                        <a:pt x="84363" y="9620"/>
                        <a:pt x="72937" y="9620"/>
                      </a:cubicBezTo>
                      <a:cubicBezTo>
                        <a:pt x="62558" y="9620"/>
                        <a:pt x="53322" y="12192"/>
                        <a:pt x="45229" y="17335"/>
                      </a:cubicBezTo>
                      <a:cubicBezTo>
                        <a:pt x="37135" y="22479"/>
                        <a:pt x="30946" y="29813"/>
                        <a:pt x="26375" y="39243"/>
                      </a:cubicBezTo>
                      <a:cubicBezTo>
                        <a:pt x="21900" y="48768"/>
                        <a:pt x="19615" y="59817"/>
                        <a:pt x="19615" y="72676"/>
                      </a:cubicBezTo>
                      <a:cubicBezTo>
                        <a:pt x="19615" y="88487"/>
                        <a:pt x="22376" y="102298"/>
                        <a:pt x="27899" y="114014"/>
                      </a:cubicBezTo>
                      <a:cubicBezTo>
                        <a:pt x="33422" y="125825"/>
                        <a:pt x="40849" y="134874"/>
                        <a:pt x="50275" y="141351"/>
                      </a:cubicBezTo>
                      <a:cubicBezTo>
                        <a:pt x="59702" y="147828"/>
                        <a:pt x="70176" y="151067"/>
                        <a:pt x="81888" y="151067"/>
                      </a:cubicBezTo>
                      <a:moveTo>
                        <a:pt x="76936" y="160972"/>
                      </a:moveTo>
                      <a:cubicBezTo>
                        <a:pt x="65891" y="160972"/>
                        <a:pt x="55703" y="158972"/>
                        <a:pt x="46276" y="154972"/>
                      </a:cubicBezTo>
                      <a:cubicBezTo>
                        <a:pt x="36849" y="150971"/>
                        <a:pt x="28756" y="145352"/>
                        <a:pt x="21900" y="138112"/>
                      </a:cubicBezTo>
                      <a:cubicBezTo>
                        <a:pt x="15044" y="130969"/>
                        <a:pt x="9617" y="122396"/>
                        <a:pt x="5808" y="112681"/>
                      </a:cubicBezTo>
                      <a:cubicBezTo>
                        <a:pt x="1904" y="102870"/>
                        <a:pt x="0" y="92202"/>
                        <a:pt x="0" y="80486"/>
                      </a:cubicBezTo>
                      <a:cubicBezTo>
                        <a:pt x="0" y="68771"/>
                        <a:pt x="1904" y="58102"/>
                        <a:pt x="5808" y="48292"/>
                      </a:cubicBezTo>
                      <a:cubicBezTo>
                        <a:pt x="9712" y="38481"/>
                        <a:pt x="15044" y="30004"/>
                        <a:pt x="21900" y="22860"/>
                      </a:cubicBezTo>
                      <a:cubicBezTo>
                        <a:pt x="28756" y="15621"/>
                        <a:pt x="36945" y="10096"/>
                        <a:pt x="46276" y="6001"/>
                      </a:cubicBezTo>
                      <a:cubicBezTo>
                        <a:pt x="55703" y="2000"/>
                        <a:pt x="65891" y="0"/>
                        <a:pt x="76936" y="0"/>
                      </a:cubicBezTo>
                      <a:cubicBezTo>
                        <a:pt x="87981" y="0"/>
                        <a:pt x="98170" y="2000"/>
                        <a:pt x="107596" y="6001"/>
                      </a:cubicBezTo>
                      <a:cubicBezTo>
                        <a:pt x="117023" y="10001"/>
                        <a:pt x="125116" y="15621"/>
                        <a:pt x="132067" y="22860"/>
                      </a:cubicBezTo>
                      <a:cubicBezTo>
                        <a:pt x="139018" y="30004"/>
                        <a:pt x="144446" y="38481"/>
                        <a:pt x="148254" y="48292"/>
                      </a:cubicBezTo>
                      <a:cubicBezTo>
                        <a:pt x="152158" y="58102"/>
                        <a:pt x="154063" y="68866"/>
                        <a:pt x="154063" y="80486"/>
                      </a:cubicBezTo>
                      <a:cubicBezTo>
                        <a:pt x="154063" y="92107"/>
                        <a:pt x="152158" y="102870"/>
                        <a:pt x="148254" y="112681"/>
                      </a:cubicBezTo>
                      <a:cubicBezTo>
                        <a:pt x="144350" y="122492"/>
                        <a:pt x="138923" y="130969"/>
                        <a:pt x="132067" y="138112"/>
                      </a:cubicBezTo>
                      <a:cubicBezTo>
                        <a:pt x="125116" y="145256"/>
                        <a:pt x="116928" y="150876"/>
                        <a:pt x="107596" y="154972"/>
                      </a:cubicBezTo>
                      <a:cubicBezTo>
                        <a:pt x="98170" y="158972"/>
                        <a:pt x="87981" y="160972"/>
                        <a:pt x="76936" y="16097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20" name="Google Shape;2520;p48"/>
                <p:cNvSpPr/>
                <p:nvPr/>
              </p:nvSpPr>
              <p:spPr>
                <a:xfrm>
                  <a:off x="7486211" y="5425312"/>
                  <a:ext cx="116737" cy="110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737" h="110871" extrusionOk="0">
                      <a:moveTo>
                        <a:pt x="116737" y="2667"/>
                      </a:moveTo>
                      <a:lnTo>
                        <a:pt x="116737" y="0"/>
                      </a:lnTo>
                      <a:lnTo>
                        <a:pt x="72270" y="0"/>
                      </a:lnTo>
                      <a:lnTo>
                        <a:pt x="72270" y="2667"/>
                      </a:lnTo>
                      <a:lnTo>
                        <a:pt x="85696" y="9430"/>
                      </a:lnTo>
                      <a:lnTo>
                        <a:pt x="85696" y="48768"/>
                      </a:lnTo>
                      <a:cubicBezTo>
                        <a:pt x="82840" y="49530"/>
                        <a:pt x="79983" y="50387"/>
                        <a:pt x="77412" y="51245"/>
                      </a:cubicBezTo>
                      <a:cubicBezTo>
                        <a:pt x="62082" y="56483"/>
                        <a:pt x="50751" y="64103"/>
                        <a:pt x="42467" y="71914"/>
                      </a:cubicBezTo>
                      <a:cubicBezTo>
                        <a:pt x="37802" y="76295"/>
                        <a:pt x="34088" y="80772"/>
                        <a:pt x="31231" y="84677"/>
                      </a:cubicBezTo>
                      <a:lnTo>
                        <a:pt x="31231" y="9430"/>
                      </a:lnTo>
                      <a:lnTo>
                        <a:pt x="44467" y="2667"/>
                      </a:lnTo>
                      <a:lnTo>
                        <a:pt x="44467" y="0"/>
                      </a:lnTo>
                      <a:lnTo>
                        <a:pt x="0" y="0"/>
                      </a:lnTo>
                      <a:lnTo>
                        <a:pt x="0" y="2667"/>
                      </a:lnTo>
                      <a:lnTo>
                        <a:pt x="13616" y="9430"/>
                      </a:lnTo>
                      <a:lnTo>
                        <a:pt x="13616" y="101346"/>
                      </a:lnTo>
                      <a:lnTo>
                        <a:pt x="0" y="108109"/>
                      </a:lnTo>
                      <a:lnTo>
                        <a:pt x="0" y="110776"/>
                      </a:lnTo>
                      <a:lnTo>
                        <a:pt x="44467" y="110776"/>
                      </a:lnTo>
                      <a:lnTo>
                        <a:pt x="44467" y="108109"/>
                      </a:lnTo>
                      <a:lnTo>
                        <a:pt x="31231" y="101346"/>
                      </a:lnTo>
                      <a:lnTo>
                        <a:pt x="31231" y="100203"/>
                      </a:lnTo>
                      <a:cubicBezTo>
                        <a:pt x="34088" y="93631"/>
                        <a:pt x="46466" y="69723"/>
                        <a:pt x="80364" y="58579"/>
                      </a:cubicBezTo>
                      <a:cubicBezTo>
                        <a:pt x="82078" y="58007"/>
                        <a:pt x="83887" y="57531"/>
                        <a:pt x="85696" y="57055"/>
                      </a:cubicBezTo>
                      <a:lnTo>
                        <a:pt x="85696" y="101441"/>
                      </a:lnTo>
                      <a:lnTo>
                        <a:pt x="72270" y="108204"/>
                      </a:lnTo>
                      <a:lnTo>
                        <a:pt x="72270" y="110871"/>
                      </a:lnTo>
                      <a:lnTo>
                        <a:pt x="116737" y="110871"/>
                      </a:lnTo>
                      <a:lnTo>
                        <a:pt x="116737" y="108204"/>
                      </a:lnTo>
                      <a:lnTo>
                        <a:pt x="103121" y="101441"/>
                      </a:lnTo>
                      <a:lnTo>
                        <a:pt x="103121" y="53721"/>
                      </a:lnTo>
                      <a:cubicBezTo>
                        <a:pt x="106454" y="53340"/>
                        <a:pt x="109882" y="53054"/>
                        <a:pt x="113595" y="52864"/>
                      </a:cubicBezTo>
                      <a:lnTo>
                        <a:pt x="110358" y="45053"/>
                      </a:lnTo>
                      <a:cubicBezTo>
                        <a:pt x="107882" y="45244"/>
                        <a:pt x="105502" y="45434"/>
                        <a:pt x="103121" y="45720"/>
                      </a:cubicBezTo>
                      <a:lnTo>
                        <a:pt x="103121" y="9525"/>
                      </a:lnTo>
                      <a:lnTo>
                        <a:pt x="116737" y="276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521" name="Google Shape;2521;p48"/>
              <p:cNvSpPr/>
              <p:nvPr/>
            </p:nvSpPr>
            <p:spPr>
              <a:xfrm>
                <a:off x="6967844" y="5425312"/>
                <a:ext cx="44847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44847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22" name="Google Shape;2522;p48"/>
              <p:cNvSpPr/>
              <p:nvPr/>
            </p:nvSpPr>
            <p:spPr>
              <a:xfrm>
                <a:off x="7250642" y="5425312"/>
                <a:ext cx="44752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44752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3" y="0"/>
                    </a:lnTo>
                    <a:lnTo>
                      <a:pt x="44753" y="2667"/>
                    </a:lnTo>
                    <a:lnTo>
                      <a:pt x="31232" y="9430"/>
                    </a:lnTo>
                    <a:lnTo>
                      <a:pt x="31232" y="101441"/>
                    </a:lnTo>
                    <a:lnTo>
                      <a:pt x="44753" y="108109"/>
                    </a:lnTo>
                    <a:lnTo>
                      <a:pt x="44753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23" name="Google Shape;2523;p48"/>
              <p:cNvSpPr/>
              <p:nvPr/>
            </p:nvSpPr>
            <p:spPr>
              <a:xfrm>
                <a:off x="7041353" y="5425312"/>
                <a:ext cx="85600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136" y="9430"/>
                    </a:lnTo>
                    <a:lnTo>
                      <a:pt x="31136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24" name="Google Shape;2524;p48"/>
              <p:cNvSpPr/>
              <p:nvPr/>
            </p:nvSpPr>
            <p:spPr>
              <a:xfrm>
                <a:off x="7151806" y="5425312"/>
                <a:ext cx="85600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466" y="0"/>
                    </a:lnTo>
                    <a:lnTo>
                      <a:pt x="46466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0937" y="101632"/>
                    </a:lnTo>
                    <a:lnTo>
                      <a:pt x="82840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25" name="Google Shape;2525;p48"/>
              <p:cNvSpPr/>
              <p:nvPr/>
            </p:nvSpPr>
            <p:spPr>
              <a:xfrm>
                <a:off x="7622563" y="5425312"/>
                <a:ext cx="89028" cy="110871"/>
              </a:xfrm>
              <a:custGeom>
                <a:avLst/>
                <a:gdLst/>
                <a:ahLst/>
                <a:cxnLst/>
                <a:rect l="l" t="t" r="r" b="b"/>
                <a:pathLst>
                  <a:path w="89028" h="110871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49054"/>
                    </a:lnTo>
                    <a:lnTo>
                      <a:pt x="59130" y="49054"/>
                    </a:lnTo>
                    <a:lnTo>
                      <a:pt x="67700" y="34957"/>
                    </a:lnTo>
                    <a:lnTo>
                      <a:pt x="70366" y="34957"/>
                    </a:lnTo>
                    <a:lnTo>
                      <a:pt x="70366" y="72009"/>
                    </a:lnTo>
                    <a:lnTo>
                      <a:pt x="67700" y="72009"/>
                    </a:lnTo>
                    <a:lnTo>
                      <a:pt x="59130" y="58293"/>
                    </a:lnTo>
                    <a:lnTo>
                      <a:pt x="31231" y="58293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9"/>
                    </a:lnTo>
                    <a:lnTo>
                      <a:pt x="89029" y="79439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26" name="Google Shape;2526;p48"/>
              <p:cNvSpPr/>
              <p:nvPr/>
            </p:nvSpPr>
            <p:spPr>
              <a:xfrm>
                <a:off x="7310915" y="5424455"/>
                <a:ext cx="162251" cy="112490"/>
              </a:xfrm>
              <a:custGeom>
                <a:avLst/>
                <a:gdLst/>
                <a:ahLst/>
                <a:cxnLst/>
                <a:rect l="l" t="t" r="r" b="b"/>
                <a:pathLst>
                  <a:path w="162251" h="112490" extrusionOk="0">
                    <a:moveTo>
                      <a:pt x="118356" y="0"/>
                    </a:moveTo>
                    <a:lnTo>
                      <a:pt x="149492" y="102775"/>
                    </a:lnTo>
                    <a:lnTo>
                      <a:pt x="162251" y="108966"/>
                    </a:lnTo>
                    <a:lnTo>
                      <a:pt x="162251" y="111633"/>
                    </a:lnTo>
                    <a:lnTo>
                      <a:pt x="117118" y="111633"/>
                    </a:lnTo>
                    <a:lnTo>
                      <a:pt x="117118" y="108966"/>
                    </a:lnTo>
                    <a:lnTo>
                      <a:pt x="131401" y="102775"/>
                    </a:lnTo>
                    <a:lnTo>
                      <a:pt x="110929" y="31909"/>
                    </a:lnTo>
                    <a:lnTo>
                      <a:pt x="109882" y="31909"/>
                    </a:lnTo>
                    <a:lnTo>
                      <a:pt x="80840" y="112490"/>
                    </a:lnTo>
                    <a:lnTo>
                      <a:pt x="73794" y="112490"/>
                    </a:lnTo>
                    <a:lnTo>
                      <a:pt x="44276" y="31909"/>
                    </a:lnTo>
                    <a:lnTo>
                      <a:pt x="43324" y="31909"/>
                    </a:lnTo>
                    <a:lnTo>
                      <a:pt x="22948" y="102584"/>
                    </a:lnTo>
                    <a:lnTo>
                      <a:pt x="37230" y="108966"/>
                    </a:lnTo>
                    <a:lnTo>
                      <a:pt x="37230" y="111633"/>
                    </a:lnTo>
                    <a:lnTo>
                      <a:pt x="0" y="111633"/>
                    </a:lnTo>
                    <a:lnTo>
                      <a:pt x="0" y="108966"/>
                    </a:lnTo>
                    <a:lnTo>
                      <a:pt x="11236" y="102965"/>
                    </a:lnTo>
                    <a:lnTo>
                      <a:pt x="42753" y="0"/>
                    </a:lnTo>
                    <a:lnTo>
                      <a:pt x="49704" y="0"/>
                    </a:lnTo>
                    <a:lnTo>
                      <a:pt x="79888" y="80486"/>
                    </a:lnTo>
                    <a:lnTo>
                      <a:pt x="81031" y="80486"/>
                    </a:lnTo>
                    <a:lnTo>
                      <a:pt x="111595" y="0"/>
                    </a:lnTo>
                    <a:lnTo>
                      <a:pt x="11835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527" name="Google Shape;2527;p48"/>
              <p:cNvGrpSpPr/>
              <p:nvPr/>
            </p:nvGrpSpPr>
            <p:grpSpPr>
              <a:xfrm>
                <a:off x="6668860" y="5400929"/>
                <a:ext cx="280226" cy="160972"/>
                <a:chOff x="6668860" y="5400929"/>
                <a:chExt cx="280226" cy="160972"/>
              </a:xfrm>
            </p:grpSpPr>
            <p:sp>
              <p:nvSpPr>
                <p:cNvPr id="2528" name="Google Shape;2528;p48"/>
                <p:cNvSpPr/>
                <p:nvPr/>
              </p:nvSpPr>
              <p:spPr>
                <a:xfrm>
                  <a:off x="6832635" y="5424551"/>
                  <a:ext cx="116451" cy="111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1" h="111347" extrusionOk="0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6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7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29" name="Google Shape;2529;p48"/>
                <p:cNvSpPr/>
                <p:nvPr/>
              </p:nvSpPr>
              <p:spPr>
                <a:xfrm>
                  <a:off x="6668860" y="5400929"/>
                  <a:ext cx="151110" cy="160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10" h="160972" extrusionOk="0">
                      <a:moveTo>
                        <a:pt x="78936" y="160972"/>
                      </a:moveTo>
                      <a:cubicBezTo>
                        <a:pt x="63796" y="160972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2"/>
                      </a:cubicBezTo>
                      <a:cubicBezTo>
                        <a:pt x="0" y="72580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6" y="6382"/>
                      </a:cubicBezTo>
                      <a:cubicBezTo>
                        <a:pt x="60939" y="2095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79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435"/>
                      </a:lnTo>
                      <a:lnTo>
                        <a:pt x="130353" y="49435"/>
                      </a:lnTo>
                      <a:lnTo>
                        <a:pt x="117594" y="22860"/>
                      </a:lnTo>
                      <a:cubicBezTo>
                        <a:pt x="110929" y="18097"/>
                        <a:pt x="105025" y="14764"/>
                        <a:pt x="99788" y="12764"/>
                      </a:cubicBezTo>
                      <a:cubicBezTo>
                        <a:pt x="94551" y="10763"/>
                        <a:pt x="88648" y="9811"/>
                        <a:pt x="81983" y="9811"/>
                      </a:cubicBezTo>
                      <a:cubicBezTo>
                        <a:pt x="69224" y="9811"/>
                        <a:pt x="57988" y="12668"/>
                        <a:pt x="48371" y="18383"/>
                      </a:cubicBezTo>
                      <a:cubicBezTo>
                        <a:pt x="38754" y="24098"/>
                        <a:pt x="31231" y="31814"/>
                        <a:pt x="25709" y="41529"/>
                      </a:cubicBezTo>
                      <a:cubicBezTo>
                        <a:pt x="20281" y="51245"/>
                        <a:pt x="17520" y="62008"/>
                        <a:pt x="17520" y="73819"/>
                      </a:cubicBezTo>
                      <a:cubicBezTo>
                        <a:pt x="17520" y="89630"/>
                        <a:pt x="20567" y="103156"/>
                        <a:pt x="26566" y="114300"/>
                      </a:cubicBezTo>
                      <a:cubicBezTo>
                        <a:pt x="32565" y="125540"/>
                        <a:pt x="40563" y="134112"/>
                        <a:pt x="50561" y="140113"/>
                      </a:cubicBezTo>
                      <a:cubicBezTo>
                        <a:pt x="60559" y="146114"/>
                        <a:pt x="71604" y="149066"/>
                        <a:pt x="83601" y="149066"/>
                      </a:cubicBezTo>
                      <a:cubicBezTo>
                        <a:pt x="89124" y="149066"/>
                        <a:pt x="94456" y="148685"/>
                        <a:pt x="99598" y="148019"/>
                      </a:cubicBezTo>
                      <a:cubicBezTo>
                        <a:pt x="104740" y="147352"/>
                        <a:pt x="110072" y="145828"/>
                        <a:pt x="115595" y="143637"/>
                      </a:cubicBezTo>
                      <a:lnTo>
                        <a:pt x="115595" y="102203"/>
                      </a:lnTo>
                      <a:lnTo>
                        <a:pt x="94742" y="94583"/>
                      </a:lnTo>
                      <a:lnTo>
                        <a:pt x="94742" y="89821"/>
                      </a:lnTo>
                      <a:lnTo>
                        <a:pt x="151111" y="89821"/>
                      </a:lnTo>
                      <a:lnTo>
                        <a:pt x="151111" y="94583"/>
                      </a:lnTo>
                      <a:lnTo>
                        <a:pt x="134067" y="102203"/>
                      </a:lnTo>
                      <a:lnTo>
                        <a:pt x="134067" y="142018"/>
                      </a:lnTo>
                      <a:cubicBezTo>
                        <a:pt x="127306" y="147828"/>
                        <a:pt x="118737" y="152495"/>
                        <a:pt x="108453" y="155924"/>
                      </a:cubicBezTo>
                      <a:cubicBezTo>
                        <a:pt x="98170" y="159353"/>
                        <a:pt x="88267" y="160972"/>
                        <a:pt x="78650" y="160972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530" name="Google Shape;2530;p48"/>
              <p:cNvSpPr/>
              <p:nvPr/>
            </p:nvSpPr>
            <p:spPr>
              <a:xfrm>
                <a:off x="6668955" y="5628671"/>
                <a:ext cx="1157850" cy="7619"/>
              </a:xfrm>
              <a:custGeom>
                <a:avLst/>
                <a:gdLst/>
                <a:ahLst/>
                <a:cxnLst/>
                <a:rect l="l" t="t" r="r" b="b"/>
                <a:pathLst>
                  <a:path w="1157850" h="7619" extrusionOk="0">
                    <a:moveTo>
                      <a:pt x="0" y="0"/>
                    </a:moveTo>
                    <a:lnTo>
                      <a:pt x="1157850" y="0"/>
                    </a:lnTo>
                    <a:lnTo>
                      <a:pt x="1157850" y="7620"/>
                    </a:lnTo>
                    <a:lnTo>
                      <a:pt x="0" y="76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31" name="Google Shape;2531;p48"/>
              <p:cNvSpPr/>
              <p:nvPr/>
            </p:nvSpPr>
            <p:spPr>
              <a:xfrm>
                <a:off x="6682667" y="5942139"/>
                <a:ext cx="90266" cy="91344"/>
              </a:xfrm>
              <a:custGeom>
                <a:avLst/>
                <a:gdLst/>
                <a:ahLst/>
                <a:cxnLst/>
                <a:rect l="l" t="t" r="r" b="b"/>
                <a:pathLst>
                  <a:path w="90266" h="91344" extrusionOk="0">
                    <a:moveTo>
                      <a:pt x="47609" y="84773"/>
                    </a:moveTo>
                    <a:cubicBezTo>
                      <a:pt x="53036" y="84773"/>
                      <a:pt x="57893" y="83344"/>
                      <a:pt x="61987" y="80486"/>
                    </a:cubicBezTo>
                    <a:cubicBezTo>
                      <a:pt x="66081" y="77629"/>
                      <a:pt x="69319" y="73628"/>
                      <a:pt x="71699" y="68390"/>
                    </a:cubicBezTo>
                    <a:cubicBezTo>
                      <a:pt x="73984" y="63151"/>
                      <a:pt x="75222" y="57055"/>
                      <a:pt x="75222" y="50006"/>
                    </a:cubicBezTo>
                    <a:cubicBezTo>
                      <a:pt x="75222" y="41338"/>
                      <a:pt x="73794" y="33719"/>
                      <a:pt x="70937" y="27242"/>
                    </a:cubicBezTo>
                    <a:cubicBezTo>
                      <a:pt x="68081" y="20765"/>
                      <a:pt x="64177" y="15716"/>
                      <a:pt x="59226" y="12097"/>
                    </a:cubicBezTo>
                    <a:cubicBezTo>
                      <a:pt x="54274" y="8477"/>
                      <a:pt x="48847" y="6763"/>
                      <a:pt x="42848" y="6763"/>
                    </a:cubicBezTo>
                    <a:cubicBezTo>
                      <a:pt x="37421" y="6763"/>
                      <a:pt x="32565" y="8192"/>
                      <a:pt x="28375" y="10954"/>
                    </a:cubicBezTo>
                    <a:cubicBezTo>
                      <a:pt x="24185" y="13811"/>
                      <a:pt x="20853" y="17812"/>
                      <a:pt x="18472" y="22955"/>
                    </a:cubicBezTo>
                    <a:cubicBezTo>
                      <a:pt x="16092" y="28194"/>
                      <a:pt x="14949" y="34290"/>
                      <a:pt x="14949" y="41338"/>
                    </a:cubicBezTo>
                    <a:cubicBezTo>
                      <a:pt x="14949" y="50006"/>
                      <a:pt x="16378" y="57626"/>
                      <a:pt x="19329" y="64198"/>
                    </a:cubicBezTo>
                    <a:cubicBezTo>
                      <a:pt x="22281" y="70771"/>
                      <a:pt x="26185" y="75819"/>
                      <a:pt x="31136" y="79343"/>
                    </a:cubicBezTo>
                    <a:cubicBezTo>
                      <a:pt x="36088" y="82963"/>
                      <a:pt x="41610" y="84677"/>
                      <a:pt x="47704" y="84677"/>
                    </a:cubicBezTo>
                    <a:moveTo>
                      <a:pt x="45038" y="91345"/>
                    </a:moveTo>
                    <a:cubicBezTo>
                      <a:pt x="38563" y="91345"/>
                      <a:pt x="32660" y="90202"/>
                      <a:pt x="27137" y="87916"/>
                    </a:cubicBezTo>
                    <a:cubicBezTo>
                      <a:pt x="21615" y="85630"/>
                      <a:pt x="16854" y="82486"/>
                      <a:pt x="12759" y="78391"/>
                    </a:cubicBezTo>
                    <a:cubicBezTo>
                      <a:pt x="8665" y="74295"/>
                      <a:pt x="5523" y="69533"/>
                      <a:pt x="3333" y="63913"/>
                    </a:cubicBezTo>
                    <a:cubicBezTo>
                      <a:pt x="1143" y="58293"/>
                      <a:pt x="0" y="52292"/>
                      <a:pt x="0" y="45625"/>
                    </a:cubicBezTo>
                    <a:cubicBezTo>
                      <a:pt x="0" y="38957"/>
                      <a:pt x="1143" y="32956"/>
                      <a:pt x="3333" y="27337"/>
                    </a:cubicBezTo>
                    <a:cubicBezTo>
                      <a:pt x="5618" y="21812"/>
                      <a:pt x="8760" y="16954"/>
                      <a:pt x="12759" y="12954"/>
                    </a:cubicBezTo>
                    <a:cubicBezTo>
                      <a:pt x="16854" y="8858"/>
                      <a:pt x="21615" y="5715"/>
                      <a:pt x="27137" y="3429"/>
                    </a:cubicBezTo>
                    <a:cubicBezTo>
                      <a:pt x="32660" y="1143"/>
                      <a:pt x="38658" y="0"/>
                      <a:pt x="45038" y="0"/>
                    </a:cubicBezTo>
                    <a:cubicBezTo>
                      <a:pt x="51418" y="0"/>
                      <a:pt x="57416" y="1143"/>
                      <a:pt x="62939" y="3429"/>
                    </a:cubicBezTo>
                    <a:cubicBezTo>
                      <a:pt x="68462" y="5715"/>
                      <a:pt x="73223" y="8858"/>
                      <a:pt x="77317" y="12954"/>
                    </a:cubicBezTo>
                    <a:cubicBezTo>
                      <a:pt x="81411" y="17050"/>
                      <a:pt x="84554" y="21812"/>
                      <a:pt x="86839" y="27337"/>
                    </a:cubicBezTo>
                    <a:cubicBezTo>
                      <a:pt x="89124" y="32861"/>
                      <a:pt x="90267" y="38957"/>
                      <a:pt x="90267" y="45625"/>
                    </a:cubicBezTo>
                    <a:cubicBezTo>
                      <a:pt x="90267" y="52292"/>
                      <a:pt x="89124" y="58388"/>
                      <a:pt x="86839" y="63913"/>
                    </a:cubicBezTo>
                    <a:cubicBezTo>
                      <a:pt x="84554" y="69437"/>
                      <a:pt x="81411" y="74295"/>
                      <a:pt x="77317" y="78391"/>
                    </a:cubicBezTo>
                    <a:cubicBezTo>
                      <a:pt x="73223" y="82486"/>
                      <a:pt x="68462" y="85630"/>
                      <a:pt x="62939" y="87916"/>
                    </a:cubicBezTo>
                    <a:cubicBezTo>
                      <a:pt x="57416" y="90202"/>
                      <a:pt x="51418" y="91345"/>
                      <a:pt x="45038" y="91345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32" name="Google Shape;2532;p48"/>
              <p:cNvSpPr/>
              <p:nvPr/>
            </p:nvSpPr>
            <p:spPr>
              <a:xfrm>
                <a:off x="6789882" y="5943663"/>
                <a:ext cx="65986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65986" h="88582" extrusionOk="0">
                    <a:moveTo>
                      <a:pt x="0" y="88583"/>
                    </a:moveTo>
                    <a:lnTo>
                      <a:pt x="0" y="86487"/>
                    </a:lnTo>
                    <a:lnTo>
                      <a:pt x="10855" y="81058"/>
                    </a:lnTo>
                    <a:lnTo>
                      <a:pt x="10855" y="7430"/>
                    </a:lnTo>
                    <a:lnTo>
                      <a:pt x="0" y="2096"/>
                    </a:lnTo>
                    <a:lnTo>
                      <a:pt x="0" y="0"/>
                    </a:lnTo>
                    <a:lnTo>
                      <a:pt x="65986" y="0"/>
                    </a:lnTo>
                    <a:lnTo>
                      <a:pt x="65986" y="23051"/>
                    </a:lnTo>
                    <a:lnTo>
                      <a:pt x="63891" y="23051"/>
                    </a:lnTo>
                    <a:lnTo>
                      <a:pt x="55417" y="7334"/>
                    </a:lnTo>
                    <a:lnTo>
                      <a:pt x="24947" y="7334"/>
                    </a:lnTo>
                    <a:lnTo>
                      <a:pt x="24947" y="39338"/>
                    </a:lnTo>
                    <a:lnTo>
                      <a:pt x="45895" y="39338"/>
                    </a:lnTo>
                    <a:lnTo>
                      <a:pt x="52751" y="28004"/>
                    </a:lnTo>
                    <a:lnTo>
                      <a:pt x="54846" y="28004"/>
                    </a:lnTo>
                    <a:lnTo>
                      <a:pt x="54846" y="57436"/>
                    </a:lnTo>
                    <a:lnTo>
                      <a:pt x="52751" y="57436"/>
                    </a:lnTo>
                    <a:lnTo>
                      <a:pt x="45895" y="46387"/>
                    </a:lnTo>
                    <a:lnTo>
                      <a:pt x="24947" y="46387"/>
                    </a:lnTo>
                    <a:lnTo>
                      <a:pt x="24947" y="81058"/>
                    </a:lnTo>
                    <a:lnTo>
                      <a:pt x="37326" y="86487"/>
                    </a:lnTo>
                    <a:lnTo>
                      <a:pt x="37326" y="88583"/>
                    </a:lnTo>
                    <a:lnTo>
                      <a:pt x="0" y="885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33" name="Google Shape;2533;p48"/>
              <p:cNvSpPr/>
              <p:nvPr/>
            </p:nvSpPr>
            <p:spPr>
              <a:xfrm>
                <a:off x="7192178" y="5932519"/>
                <a:ext cx="85600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5600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6562" y="0"/>
                    </a:lnTo>
                    <a:lnTo>
                      <a:pt x="46562" y="2667"/>
                    </a:lnTo>
                    <a:lnTo>
                      <a:pt x="31231" y="9430"/>
                    </a:lnTo>
                    <a:lnTo>
                      <a:pt x="31231" y="101632"/>
                    </a:lnTo>
                    <a:lnTo>
                      <a:pt x="71033" y="101632"/>
                    </a:lnTo>
                    <a:lnTo>
                      <a:pt x="82935" y="72676"/>
                    </a:lnTo>
                    <a:lnTo>
                      <a:pt x="85601" y="72676"/>
                    </a:lnTo>
                    <a:lnTo>
                      <a:pt x="85601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34" name="Google Shape;2534;p48"/>
              <p:cNvSpPr/>
              <p:nvPr/>
            </p:nvSpPr>
            <p:spPr>
              <a:xfrm>
                <a:off x="7276160" y="5931662"/>
                <a:ext cx="162251" cy="112490"/>
              </a:xfrm>
              <a:custGeom>
                <a:avLst/>
                <a:gdLst/>
                <a:ahLst/>
                <a:cxnLst/>
                <a:rect l="l" t="t" r="r" b="b"/>
                <a:pathLst>
                  <a:path w="162251" h="112490" extrusionOk="0">
                    <a:moveTo>
                      <a:pt x="43895" y="112490"/>
                    </a:moveTo>
                    <a:lnTo>
                      <a:pt x="12759" y="9811"/>
                    </a:lnTo>
                    <a:lnTo>
                      <a:pt x="0" y="3524"/>
                    </a:lnTo>
                    <a:lnTo>
                      <a:pt x="0" y="857"/>
                    </a:lnTo>
                    <a:lnTo>
                      <a:pt x="45133" y="857"/>
                    </a:lnTo>
                    <a:lnTo>
                      <a:pt x="45133" y="3524"/>
                    </a:lnTo>
                    <a:lnTo>
                      <a:pt x="30851" y="9811"/>
                    </a:lnTo>
                    <a:lnTo>
                      <a:pt x="51322" y="80581"/>
                    </a:lnTo>
                    <a:lnTo>
                      <a:pt x="52370" y="80581"/>
                    </a:lnTo>
                    <a:lnTo>
                      <a:pt x="81411" y="0"/>
                    </a:lnTo>
                    <a:lnTo>
                      <a:pt x="88457" y="0"/>
                    </a:lnTo>
                    <a:lnTo>
                      <a:pt x="117975" y="80581"/>
                    </a:lnTo>
                    <a:lnTo>
                      <a:pt x="118927" y="80581"/>
                    </a:lnTo>
                    <a:lnTo>
                      <a:pt x="139304" y="9906"/>
                    </a:lnTo>
                    <a:lnTo>
                      <a:pt x="125021" y="3524"/>
                    </a:lnTo>
                    <a:lnTo>
                      <a:pt x="125021" y="857"/>
                    </a:lnTo>
                    <a:lnTo>
                      <a:pt x="162251" y="857"/>
                    </a:lnTo>
                    <a:lnTo>
                      <a:pt x="162251" y="3524"/>
                    </a:lnTo>
                    <a:lnTo>
                      <a:pt x="151016" y="9620"/>
                    </a:lnTo>
                    <a:lnTo>
                      <a:pt x="119499" y="112490"/>
                    </a:lnTo>
                    <a:lnTo>
                      <a:pt x="112548" y="112490"/>
                    </a:lnTo>
                    <a:lnTo>
                      <a:pt x="82363" y="32099"/>
                    </a:lnTo>
                    <a:lnTo>
                      <a:pt x="81221" y="32099"/>
                    </a:lnTo>
                    <a:lnTo>
                      <a:pt x="50656" y="112490"/>
                    </a:lnTo>
                    <a:lnTo>
                      <a:pt x="43895" y="11249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35" name="Google Shape;2535;p48"/>
              <p:cNvSpPr/>
              <p:nvPr/>
            </p:nvSpPr>
            <p:spPr>
              <a:xfrm>
                <a:off x="7537819" y="5932519"/>
                <a:ext cx="111404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111404" h="110870" extrusionOk="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609" y="101441"/>
                    </a:lnTo>
                    <a:lnTo>
                      <a:pt x="47609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4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174" y="108109"/>
                    </a:lnTo>
                    <a:lnTo>
                      <a:pt x="80174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536" name="Google Shape;2536;p48"/>
              <p:cNvGrpSpPr/>
              <p:nvPr/>
            </p:nvGrpSpPr>
            <p:grpSpPr>
              <a:xfrm>
                <a:off x="6895955" y="5908135"/>
                <a:ext cx="648624" cy="160972"/>
                <a:chOff x="6895955" y="5908135"/>
                <a:chExt cx="648624" cy="160972"/>
              </a:xfrm>
            </p:grpSpPr>
            <p:sp>
              <p:nvSpPr>
                <p:cNvPr id="2537" name="Google Shape;2537;p48"/>
                <p:cNvSpPr/>
                <p:nvPr/>
              </p:nvSpPr>
              <p:spPr>
                <a:xfrm>
                  <a:off x="7057445" y="5931852"/>
                  <a:ext cx="116451" cy="111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1" h="111347" extrusionOk="0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0" y="108585"/>
                      </a:lnTo>
                      <a:lnTo>
                        <a:pt x="72270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38" name="Google Shape;2538;p48"/>
                <p:cNvSpPr/>
                <p:nvPr/>
              </p:nvSpPr>
              <p:spPr>
                <a:xfrm>
                  <a:off x="7428128" y="5931852"/>
                  <a:ext cx="116451" cy="111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451" h="111347" extrusionOk="0">
                      <a:moveTo>
                        <a:pt x="33517" y="74676"/>
                      </a:moveTo>
                      <a:cubicBezTo>
                        <a:pt x="33517" y="74676"/>
                        <a:pt x="33517" y="74676"/>
                        <a:pt x="33517" y="74676"/>
                      </a:cubicBezTo>
                      <a:lnTo>
                        <a:pt x="54560" y="23050"/>
                      </a:lnTo>
                      <a:lnTo>
                        <a:pt x="67414" y="54578"/>
                      </a:lnTo>
                      <a:cubicBezTo>
                        <a:pt x="52560" y="59627"/>
                        <a:pt x="41610" y="67151"/>
                        <a:pt x="33612" y="74676"/>
                      </a:cubicBezTo>
                      <a:moveTo>
                        <a:pt x="105311" y="102584"/>
                      </a:moveTo>
                      <a:lnTo>
                        <a:pt x="86744" y="57722"/>
                      </a:lnTo>
                      <a:lnTo>
                        <a:pt x="86744" y="57722"/>
                      </a:lnTo>
                      <a:cubicBezTo>
                        <a:pt x="91600" y="56864"/>
                        <a:pt x="96932" y="56388"/>
                        <a:pt x="102550" y="56102"/>
                      </a:cubicBezTo>
                      <a:lnTo>
                        <a:pt x="99408" y="48482"/>
                      </a:lnTo>
                      <a:cubicBezTo>
                        <a:pt x="93790" y="48863"/>
                        <a:pt x="88648" y="49435"/>
                        <a:pt x="83697" y="50387"/>
                      </a:cubicBezTo>
                      <a:lnTo>
                        <a:pt x="83697" y="50387"/>
                      </a:lnTo>
                      <a:lnTo>
                        <a:pt x="62844" y="0"/>
                      </a:lnTo>
                      <a:lnTo>
                        <a:pt x="53608" y="0"/>
                      </a:lnTo>
                      <a:lnTo>
                        <a:pt x="10569" y="103156"/>
                      </a:lnTo>
                      <a:lnTo>
                        <a:pt x="0" y="108680"/>
                      </a:lnTo>
                      <a:lnTo>
                        <a:pt x="0" y="111347"/>
                      </a:lnTo>
                      <a:lnTo>
                        <a:pt x="36183" y="111347"/>
                      </a:lnTo>
                      <a:lnTo>
                        <a:pt x="36183" y="108680"/>
                      </a:lnTo>
                      <a:lnTo>
                        <a:pt x="22376" y="103061"/>
                      </a:lnTo>
                      <a:cubicBezTo>
                        <a:pt x="24376" y="98108"/>
                        <a:pt x="35897" y="73152"/>
                        <a:pt x="70271" y="61722"/>
                      </a:cubicBezTo>
                      <a:lnTo>
                        <a:pt x="87029" y="102775"/>
                      </a:lnTo>
                      <a:lnTo>
                        <a:pt x="72271" y="108585"/>
                      </a:lnTo>
                      <a:lnTo>
                        <a:pt x="72271" y="111252"/>
                      </a:lnTo>
                      <a:lnTo>
                        <a:pt x="116452" y="111252"/>
                      </a:lnTo>
                      <a:lnTo>
                        <a:pt x="116452" y="108585"/>
                      </a:lnTo>
                      <a:lnTo>
                        <a:pt x="105216" y="10258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39" name="Google Shape;2539;p48"/>
                <p:cNvSpPr/>
                <p:nvPr/>
              </p:nvSpPr>
              <p:spPr>
                <a:xfrm>
                  <a:off x="6895955" y="5908135"/>
                  <a:ext cx="151111" cy="160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11" h="160972" extrusionOk="0">
                      <a:moveTo>
                        <a:pt x="78936" y="160973"/>
                      </a:moveTo>
                      <a:cubicBezTo>
                        <a:pt x="63796" y="160973"/>
                        <a:pt x="50275" y="157639"/>
                        <a:pt x="38278" y="151067"/>
                      </a:cubicBezTo>
                      <a:cubicBezTo>
                        <a:pt x="26375" y="144399"/>
                        <a:pt x="17044" y="135446"/>
                        <a:pt x="10188" y="123920"/>
                      </a:cubicBezTo>
                      <a:cubicBezTo>
                        <a:pt x="3428" y="112490"/>
                        <a:pt x="0" y="99441"/>
                        <a:pt x="0" y="84773"/>
                      </a:cubicBezTo>
                      <a:cubicBezTo>
                        <a:pt x="0" y="72581"/>
                        <a:pt x="2190" y="61436"/>
                        <a:pt x="6475" y="51149"/>
                      </a:cubicBezTo>
                      <a:cubicBezTo>
                        <a:pt x="10855" y="40862"/>
                        <a:pt x="16758" y="31909"/>
                        <a:pt x="24376" y="24289"/>
                      </a:cubicBezTo>
                      <a:cubicBezTo>
                        <a:pt x="31993" y="16669"/>
                        <a:pt x="40753" y="10668"/>
                        <a:pt x="50847" y="6382"/>
                      </a:cubicBezTo>
                      <a:cubicBezTo>
                        <a:pt x="60940" y="2096"/>
                        <a:pt x="71699" y="0"/>
                        <a:pt x="83030" y="0"/>
                      </a:cubicBezTo>
                      <a:cubicBezTo>
                        <a:pt x="91409" y="0"/>
                        <a:pt x="98455" y="476"/>
                        <a:pt x="104264" y="1429"/>
                      </a:cubicBezTo>
                      <a:cubicBezTo>
                        <a:pt x="109977" y="2381"/>
                        <a:pt x="115214" y="3715"/>
                        <a:pt x="119880" y="5429"/>
                      </a:cubicBezTo>
                      <a:cubicBezTo>
                        <a:pt x="124545" y="7144"/>
                        <a:pt x="129116" y="9144"/>
                        <a:pt x="133496" y="11335"/>
                      </a:cubicBezTo>
                      <a:lnTo>
                        <a:pt x="134638" y="49530"/>
                      </a:lnTo>
                      <a:lnTo>
                        <a:pt x="130353" y="49530"/>
                      </a:lnTo>
                      <a:lnTo>
                        <a:pt x="117594" y="22955"/>
                      </a:lnTo>
                      <a:cubicBezTo>
                        <a:pt x="110929" y="18193"/>
                        <a:pt x="105026" y="14859"/>
                        <a:pt x="99789" y="12859"/>
                      </a:cubicBezTo>
                      <a:cubicBezTo>
                        <a:pt x="94552" y="10858"/>
                        <a:pt x="88648" y="9906"/>
                        <a:pt x="81983" y="9906"/>
                      </a:cubicBezTo>
                      <a:cubicBezTo>
                        <a:pt x="69224" y="9906"/>
                        <a:pt x="57988" y="12763"/>
                        <a:pt x="48371" y="18479"/>
                      </a:cubicBezTo>
                      <a:cubicBezTo>
                        <a:pt x="38754" y="24194"/>
                        <a:pt x="31232" y="31909"/>
                        <a:pt x="25709" y="41624"/>
                      </a:cubicBezTo>
                      <a:cubicBezTo>
                        <a:pt x="20281" y="51340"/>
                        <a:pt x="17520" y="62103"/>
                        <a:pt x="17520" y="73914"/>
                      </a:cubicBezTo>
                      <a:cubicBezTo>
                        <a:pt x="17520" y="89725"/>
                        <a:pt x="20567" y="103251"/>
                        <a:pt x="26566" y="114395"/>
                      </a:cubicBezTo>
                      <a:cubicBezTo>
                        <a:pt x="32565" y="125635"/>
                        <a:pt x="40563" y="134207"/>
                        <a:pt x="50561" y="140208"/>
                      </a:cubicBezTo>
                      <a:cubicBezTo>
                        <a:pt x="60559" y="146209"/>
                        <a:pt x="71604" y="149161"/>
                        <a:pt x="83602" y="149161"/>
                      </a:cubicBezTo>
                      <a:cubicBezTo>
                        <a:pt x="89124" y="149161"/>
                        <a:pt x="94456" y="148781"/>
                        <a:pt x="99598" y="148114"/>
                      </a:cubicBezTo>
                      <a:cubicBezTo>
                        <a:pt x="104740" y="147447"/>
                        <a:pt x="110072" y="145923"/>
                        <a:pt x="115595" y="143732"/>
                      </a:cubicBezTo>
                      <a:lnTo>
                        <a:pt x="115595" y="102298"/>
                      </a:lnTo>
                      <a:lnTo>
                        <a:pt x="94742" y="94679"/>
                      </a:lnTo>
                      <a:lnTo>
                        <a:pt x="94742" y="89916"/>
                      </a:lnTo>
                      <a:lnTo>
                        <a:pt x="151111" y="89916"/>
                      </a:lnTo>
                      <a:lnTo>
                        <a:pt x="151111" y="94679"/>
                      </a:lnTo>
                      <a:lnTo>
                        <a:pt x="134067" y="102298"/>
                      </a:lnTo>
                      <a:lnTo>
                        <a:pt x="134067" y="142113"/>
                      </a:lnTo>
                      <a:cubicBezTo>
                        <a:pt x="127307" y="147923"/>
                        <a:pt x="118737" y="152590"/>
                        <a:pt x="108453" y="155924"/>
                      </a:cubicBezTo>
                      <a:cubicBezTo>
                        <a:pt x="98170" y="159353"/>
                        <a:pt x="88267" y="160973"/>
                        <a:pt x="78650" y="160973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540" name="Google Shape;2540;p48"/>
              <p:cNvSpPr/>
              <p:nvPr/>
            </p:nvSpPr>
            <p:spPr>
              <a:xfrm>
                <a:off x="6842538" y="5747639"/>
                <a:ext cx="115975" cy="111633"/>
              </a:xfrm>
              <a:custGeom>
                <a:avLst/>
                <a:gdLst/>
                <a:ahLst/>
                <a:cxnLst/>
                <a:rect l="l" t="t" r="r" b="b"/>
                <a:pathLst>
                  <a:path w="115975" h="111633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521" y="101441"/>
                    </a:lnTo>
                    <a:lnTo>
                      <a:pt x="13521" y="9715"/>
                    </a:lnTo>
                    <a:lnTo>
                      <a:pt x="95" y="2667"/>
                    </a:lnTo>
                    <a:lnTo>
                      <a:pt x="95" y="0"/>
                    </a:lnTo>
                    <a:lnTo>
                      <a:pt x="26471" y="0"/>
                    </a:lnTo>
                    <a:lnTo>
                      <a:pt x="90743" y="79153"/>
                    </a:lnTo>
                    <a:lnTo>
                      <a:pt x="90743" y="9239"/>
                    </a:lnTo>
                    <a:lnTo>
                      <a:pt x="73508" y="2667"/>
                    </a:lnTo>
                    <a:lnTo>
                      <a:pt x="73508" y="0"/>
                    </a:lnTo>
                    <a:lnTo>
                      <a:pt x="115976" y="0"/>
                    </a:lnTo>
                    <a:lnTo>
                      <a:pt x="115976" y="2667"/>
                    </a:lnTo>
                    <a:lnTo>
                      <a:pt x="102550" y="9239"/>
                    </a:lnTo>
                    <a:lnTo>
                      <a:pt x="102550" y="111633"/>
                    </a:lnTo>
                    <a:lnTo>
                      <a:pt x="95313" y="111633"/>
                    </a:lnTo>
                    <a:lnTo>
                      <a:pt x="25328" y="25717"/>
                    </a:lnTo>
                    <a:lnTo>
                      <a:pt x="25328" y="101632"/>
                    </a:lnTo>
                    <a:lnTo>
                      <a:pt x="42562" y="108109"/>
                    </a:lnTo>
                    <a:lnTo>
                      <a:pt x="4256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41" name="Google Shape;2541;p48"/>
              <p:cNvSpPr/>
              <p:nvPr/>
            </p:nvSpPr>
            <p:spPr>
              <a:xfrm>
                <a:off x="6980985" y="5747639"/>
                <a:ext cx="44752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44752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711" y="101441"/>
                    </a:lnTo>
                    <a:lnTo>
                      <a:pt x="13711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752" y="0"/>
                    </a:lnTo>
                    <a:lnTo>
                      <a:pt x="44752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752" y="108109"/>
                    </a:lnTo>
                    <a:lnTo>
                      <a:pt x="44752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42" name="Google Shape;2542;p48"/>
              <p:cNvSpPr/>
              <p:nvPr/>
            </p:nvSpPr>
            <p:spPr>
              <a:xfrm>
                <a:off x="7046495" y="5747639"/>
                <a:ext cx="114642" cy="111633"/>
              </a:xfrm>
              <a:custGeom>
                <a:avLst/>
                <a:gdLst/>
                <a:ahLst/>
                <a:cxnLst/>
                <a:rect l="l" t="t" r="r" b="b"/>
                <a:pathLst>
                  <a:path w="114642" h="111633" extrusionOk="0">
                    <a:moveTo>
                      <a:pt x="54560" y="111633"/>
                    </a:moveTo>
                    <a:lnTo>
                      <a:pt x="11521" y="876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467" y="0"/>
                    </a:lnTo>
                    <a:lnTo>
                      <a:pt x="44467" y="2667"/>
                    </a:lnTo>
                    <a:lnTo>
                      <a:pt x="29803" y="9049"/>
                    </a:lnTo>
                    <a:lnTo>
                      <a:pt x="61225" y="84677"/>
                    </a:lnTo>
                    <a:lnTo>
                      <a:pt x="62082" y="84677"/>
                    </a:lnTo>
                    <a:lnTo>
                      <a:pt x="93123" y="8573"/>
                    </a:lnTo>
                    <a:lnTo>
                      <a:pt x="79221" y="2667"/>
                    </a:lnTo>
                    <a:lnTo>
                      <a:pt x="79221" y="0"/>
                    </a:lnTo>
                    <a:lnTo>
                      <a:pt x="114642" y="0"/>
                    </a:lnTo>
                    <a:lnTo>
                      <a:pt x="114642" y="2667"/>
                    </a:lnTo>
                    <a:lnTo>
                      <a:pt x="105025" y="7906"/>
                    </a:lnTo>
                    <a:lnTo>
                      <a:pt x="61225" y="111633"/>
                    </a:lnTo>
                    <a:lnTo>
                      <a:pt x="54560" y="1116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43" name="Google Shape;2543;p48"/>
              <p:cNvSpPr/>
              <p:nvPr/>
            </p:nvSpPr>
            <p:spPr>
              <a:xfrm>
                <a:off x="7178086" y="5747639"/>
                <a:ext cx="89028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89028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616" y="101441"/>
                    </a:lnTo>
                    <a:lnTo>
                      <a:pt x="13616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84268" y="0"/>
                    </a:lnTo>
                    <a:lnTo>
                      <a:pt x="84268" y="28861"/>
                    </a:lnTo>
                    <a:lnTo>
                      <a:pt x="81602" y="28861"/>
                    </a:lnTo>
                    <a:lnTo>
                      <a:pt x="70652" y="9239"/>
                    </a:lnTo>
                    <a:lnTo>
                      <a:pt x="31231" y="9239"/>
                    </a:lnTo>
                    <a:lnTo>
                      <a:pt x="31231" y="51625"/>
                    </a:lnTo>
                    <a:lnTo>
                      <a:pt x="59130" y="51625"/>
                    </a:lnTo>
                    <a:lnTo>
                      <a:pt x="67700" y="37528"/>
                    </a:lnTo>
                    <a:lnTo>
                      <a:pt x="70366" y="37528"/>
                    </a:lnTo>
                    <a:lnTo>
                      <a:pt x="70366" y="74676"/>
                    </a:lnTo>
                    <a:lnTo>
                      <a:pt x="67700" y="74676"/>
                    </a:lnTo>
                    <a:lnTo>
                      <a:pt x="59130" y="60865"/>
                    </a:lnTo>
                    <a:lnTo>
                      <a:pt x="31231" y="60865"/>
                    </a:lnTo>
                    <a:lnTo>
                      <a:pt x="31231" y="101632"/>
                    </a:lnTo>
                    <a:lnTo>
                      <a:pt x="75222" y="101632"/>
                    </a:lnTo>
                    <a:lnTo>
                      <a:pt x="86267" y="79438"/>
                    </a:lnTo>
                    <a:lnTo>
                      <a:pt x="89029" y="79438"/>
                    </a:lnTo>
                    <a:lnTo>
                      <a:pt x="89029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544" name="Google Shape;2544;p48"/>
              <p:cNvGrpSpPr/>
              <p:nvPr/>
            </p:nvGrpSpPr>
            <p:grpSpPr>
              <a:xfrm>
                <a:off x="7293300" y="5746019"/>
                <a:ext cx="189388" cy="114204"/>
                <a:chOff x="7293300" y="5746019"/>
                <a:chExt cx="189388" cy="114204"/>
              </a:xfrm>
            </p:grpSpPr>
            <p:sp>
              <p:nvSpPr>
                <p:cNvPr id="2545" name="Google Shape;2545;p48"/>
                <p:cNvSpPr/>
                <p:nvPr/>
              </p:nvSpPr>
              <p:spPr>
                <a:xfrm>
                  <a:off x="7293300" y="5747543"/>
                  <a:ext cx="104454" cy="110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54" h="110775" extrusionOk="0">
                      <a:moveTo>
                        <a:pt x="41134" y="9335"/>
                      </a:moveTo>
                      <a:lnTo>
                        <a:pt x="31231" y="9335"/>
                      </a:lnTo>
                      <a:lnTo>
                        <a:pt x="31231" y="50959"/>
                      </a:lnTo>
                      <a:lnTo>
                        <a:pt x="42181" y="50959"/>
                      </a:lnTo>
                      <a:cubicBezTo>
                        <a:pt x="49132" y="50959"/>
                        <a:pt x="54845" y="48958"/>
                        <a:pt x="59416" y="44958"/>
                      </a:cubicBezTo>
                      <a:cubicBezTo>
                        <a:pt x="63986" y="40958"/>
                        <a:pt x="66176" y="35909"/>
                        <a:pt x="66176" y="29718"/>
                      </a:cubicBezTo>
                      <a:cubicBezTo>
                        <a:pt x="66176" y="23527"/>
                        <a:pt x="63986" y="18288"/>
                        <a:pt x="59511" y="14669"/>
                      </a:cubicBezTo>
                      <a:cubicBezTo>
                        <a:pt x="55131" y="11049"/>
                        <a:pt x="48942" y="9239"/>
                        <a:pt x="41134" y="9239"/>
                      </a:cubicBezTo>
                      <a:moveTo>
                        <a:pt x="0" y="110776"/>
                      </a:moveTo>
                      <a:lnTo>
                        <a:pt x="0" y="108109"/>
                      </a:lnTo>
                      <a:lnTo>
                        <a:pt x="13616" y="101346"/>
                      </a:lnTo>
                      <a:lnTo>
                        <a:pt x="13616" y="9335"/>
                      </a:lnTo>
                      <a:lnTo>
                        <a:pt x="0" y="2667"/>
                      </a:lnTo>
                      <a:lnTo>
                        <a:pt x="0" y="0"/>
                      </a:lnTo>
                      <a:lnTo>
                        <a:pt x="46657" y="0"/>
                      </a:lnTo>
                      <a:cubicBezTo>
                        <a:pt x="58464" y="0"/>
                        <a:pt x="67700" y="2477"/>
                        <a:pt x="74460" y="7334"/>
                      </a:cubicBezTo>
                      <a:cubicBezTo>
                        <a:pt x="81221" y="12192"/>
                        <a:pt x="84649" y="18860"/>
                        <a:pt x="84649" y="27432"/>
                      </a:cubicBezTo>
                      <a:cubicBezTo>
                        <a:pt x="84649" y="33719"/>
                        <a:pt x="82554" y="39243"/>
                        <a:pt x="78269" y="44006"/>
                      </a:cubicBezTo>
                      <a:cubicBezTo>
                        <a:pt x="73984" y="48863"/>
                        <a:pt x="68462" y="52483"/>
                        <a:pt x="61511" y="55054"/>
                      </a:cubicBezTo>
                      <a:lnTo>
                        <a:pt x="93218" y="101917"/>
                      </a:lnTo>
                      <a:lnTo>
                        <a:pt x="104454" y="108109"/>
                      </a:lnTo>
                      <a:lnTo>
                        <a:pt x="104454" y="110776"/>
                      </a:lnTo>
                      <a:lnTo>
                        <a:pt x="77412" y="110776"/>
                      </a:lnTo>
                      <a:lnTo>
                        <a:pt x="45229" y="59722"/>
                      </a:lnTo>
                      <a:lnTo>
                        <a:pt x="31327" y="59722"/>
                      </a:lnTo>
                      <a:lnTo>
                        <a:pt x="31327" y="101156"/>
                      </a:lnTo>
                      <a:lnTo>
                        <a:pt x="43895" y="108013"/>
                      </a:lnTo>
                      <a:lnTo>
                        <a:pt x="43895" y="110681"/>
                      </a:lnTo>
                      <a:lnTo>
                        <a:pt x="95" y="1106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46" name="Google Shape;2546;p48"/>
                <p:cNvSpPr/>
                <p:nvPr/>
              </p:nvSpPr>
              <p:spPr>
                <a:xfrm>
                  <a:off x="7410513" y="5746019"/>
                  <a:ext cx="72175" cy="1142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175" h="114204" extrusionOk="0">
                      <a:moveTo>
                        <a:pt x="35135" y="114110"/>
                      </a:moveTo>
                      <a:cubicBezTo>
                        <a:pt x="28089" y="114110"/>
                        <a:pt x="22090" y="113443"/>
                        <a:pt x="17044" y="112109"/>
                      </a:cubicBezTo>
                      <a:cubicBezTo>
                        <a:pt x="12093" y="110776"/>
                        <a:pt x="6951" y="108776"/>
                        <a:pt x="1714" y="106204"/>
                      </a:cubicBezTo>
                      <a:lnTo>
                        <a:pt x="0" y="78486"/>
                      </a:lnTo>
                      <a:lnTo>
                        <a:pt x="2666" y="78486"/>
                      </a:lnTo>
                      <a:lnTo>
                        <a:pt x="11521" y="96774"/>
                      </a:lnTo>
                      <a:cubicBezTo>
                        <a:pt x="15425" y="100013"/>
                        <a:pt x="19329" y="102394"/>
                        <a:pt x="23138" y="103823"/>
                      </a:cubicBezTo>
                      <a:cubicBezTo>
                        <a:pt x="26947" y="105251"/>
                        <a:pt x="30755" y="106013"/>
                        <a:pt x="34564" y="106013"/>
                      </a:cubicBezTo>
                      <a:cubicBezTo>
                        <a:pt x="41039" y="106013"/>
                        <a:pt x="46181" y="104299"/>
                        <a:pt x="49894" y="100965"/>
                      </a:cubicBezTo>
                      <a:cubicBezTo>
                        <a:pt x="53608" y="97631"/>
                        <a:pt x="55512" y="93059"/>
                        <a:pt x="55512" y="87249"/>
                      </a:cubicBezTo>
                      <a:cubicBezTo>
                        <a:pt x="55512" y="82677"/>
                        <a:pt x="54465" y="78962"/>
                        <a:pt x="52370" y="76295"/>
                      </a:cubicBezTo>
                      <a:cubicBezTo>
                        <a:pt x="50275" y="73533"/>
                        <a:pt x="47228" y="71057"/>
                        <a:pt x="43134" y="68866"/>
                      </a:cubicBezTo>
                      <a:cubicBezTo>
                        <a:pt x="39039" y="66675"/>
                        <a:pt x="33993" y="64103"/>
                        <a:pt x="28089" y="61246"/>
                      </a:cubicBezTo>
                      <a:cubicBezTo>
                        <a:pt x="20186" y="57436"/>
                        <a:pt x="13997" y="53435"/>
                        <a:pt x="9807" y="49244"/>
                      </a:cubicBezTo>
                      <a:cubicBezTo>
                        <a:pt x="5523" y="45053"/>
                        <a:pt x="3428" y="39148"/>
                        <a:pt x="3428" y="31528"/>
                      </a:cubicBezTo>
                      <a:cubicBezTo>
                        <a:pt x="3428" y="27527"/>
                        <a:pt x="4380" y="23622"/>
                        <a:pt x="6380" y="19907"/>
                      </a:cubicBezTo>
                      <a:cubicBezTo>
                        <a:pt x="8379" y="16193"/>
                        <a:pt x="11045" y="12764"/>
                        <a:pt x="14378" y="9811"/>
                      </a:cubicBezTo>
                      <a:cubicBezTo>
                        <a:pt x="17711" y="6858"/>
                        <a:pt x="21519" y="4477"/>
                        <a:pt x="25614" y="2667"/>
                      </a:cubicBezTo>
                      <a:cubicBezTo>
                        <a:pt x="29708" y="857"/>
                        <a:pt x="34088" y="0"/>
                        <a:pt x="38563" y="0"/>
                      </a:cubicBezTo>
                      <a:cubicBezTo>
                        <a:pt x="43800" y="0"/>
                        <a:pt x="48752" y="572"/>
                        <a:pt x="53322" y="1810"/>
                      </a:cubicBezTo>
                      <a:cubicBezTo>
                        <a:pt x="57893" y="3048"/>
                        <a:pt x="62463" y="4858"/>
                        <a:pt x="66938" y="7144"/>
                      </a:cubicBezTo>
                      <a:lnTo>
                        <a:pt x="68652" y="34004"/>
                      </a:lnTo>
                      <a:lnTo>
                        <a:pt x="65986" y="34004"/>
                      </a:lnTo>
                      <a:lnTo>
                        <a:pt x="57226" y="16002"/>
                      </a:lnTo>
                      <a:cubicBezTo>
                        <a:pt x="53608" y="13240"/>
                        <a:pt x="50370" y="11144"/>
                        <a:pt x="47514" y="10001"/>
                      </a:cubicBezTo>
                      <a:cubicBezTo>
                        <a:pt x="44657" y="8763"/>
                        <a:pt x="41325" y="8192"/>
                        <a:pt x="37611" y="8192"/>
                      </a:cubicBezTo>
                      <a:cubicBezTo>
                        <a:pt x="32755" y="8192"/>
                        <a:pt x="28756" y="9811"/>
                        <a:pt x="25614" y="13049"/>
                      </a:cubicBezTo>
                      <a:cubicBezTo>
                        <a:pt x="22376" y="16288"/>
                        <a:pt x="20853" y="20384"/>
                        <a:pt x="20853" y="25337"/>
                      </a:cubicBezTo>
                      <a:cubicBezTo>
                        <a:pt x="20853" y="30861"/>
                        <a:pt x="22567" y="35147"/>
                        <a:pt x="25994" y="38291"/>
                      </a:cubicBezTo>
                      <a:cubicBezTo>
                        <a:pt x="29422" y="41434"/>
                        <a:pt x="34945" y="44768"/>
                        <a:pt x="42562" y="48387"/>
                      </a:cubicBezTo>
                      <a:cubicBezTo>
                        <a:pt x="49323" y="51626"/>
                        <a:pt x="54845" y="54769"/>
                        <a:pt x="59226" y="57722"/>
                      </a:cubicBezTo>
                      <a:cubicBezTo>
                        <a:pt x="63606" y="60674"/>
                        <a:pt x="66938" y="64008"/>
                        <a:pt x="69033" y="67723"/>
                      </a:cubicBezTo>
                      <a:cubicBezTo>
                        <a:pt x="71128" y="71438"/>
                        <a:pt x="72175" y="76105"/>
                        <a:pt x="72175" y="81820"/>
                      </a:cubicBezTo>
                      <a:cubicBezTo>
                        <a:pt x="72175" y="87059"/>
                        <a:pt x="71033" y="91726"/>
                        <a:pt x="68843" y="95726"/>
                      </a:cubicBezTo>
                      <a:cubicBezTo>
                        <a:pt x="66653" y="99727"/>
                        <a:pt x="63606" y="103156"/>
                        <a:pt x="59987" y="105918"/>
                      </a:cubicBezTo>
                      <a:cubicBezTo>
                        <a:pt x="56274" y="108680"/>
                        <a:pt x="52275" y="110776"/>
                        <a:pt x="47990" y="112109"/>
                      </a:cubicBezTo>
                      <a:cubicBezTo>
                        <a:pt x="43705" y="113538"/>
                        <a:pt x="39420" y="114205"/>
                        <a:pt x="35135" y="114205"/>
                      </a:cubicBez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547" name="Google Shape;2547;p48"/>
              <p:cNvSpPr/>
              <p:nvPr/>
            </p:nvSpPr>
            <p:spPr>
              <a:xfrm>
                <a:off x="7513158" y="5747639"/>
                <a:ext cx="44847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44847" h="110870" extrusionOk="0">
                    <a:moveTo>
                      <a:pt x="0" y="110871"/>
                    </a:moveTo>
                    <a:lnTo>
                      <a:pt x="0" y="108109"/>
                    </a:lnTo>
                    <a:lnTo>
                      <a:pt x="13807" y="101441"/>
                    </a:lnTo>
                    <a:lnTo>
                      <a:pt x="13807" y="9430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4848" y="0"/>
                    </a:lnTo>
                    <a:lnTo>
                      <a:pt x="44848" y="2667"/>
                    </a:lnTo>
                    <a:lnTo>
                      <a:pt x="31231" y="9430"/>
                    </a:lnTo>
                    <a:lnTo>
                      <a:pt x="31231" y="101441"/>
                    </a:lnTo>
                    <a:lnTo>
                      <a:pt x="44848" y="108109"/>
                    </a:lnTo>
                    <a:lnTo>
                      <a:pt x="44848" y="110871"/>
                    </a:lnTo>
                    <a:lnTo>
                      <a:pt x="0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48" name="Google Shape;2548;p48"/>
              <p:cNvSpPr/>
              <p:nvPr/>
            </p:nvSpPr>
            <p:spPr>
              <a:xfrm>
                <a:off x="7582762" y="5747639"/>
                <a:ext cx="99693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99693" h="110870" extrusionOk="0">
                    <a:moveTo>
                      <a:pt x="24185" y="110871"/>
                    </a:moveTo>
                    <a:lnTo>
                      <a:pt x="24185" y="108109"/>
                    </a:lnTo>
                    <a:lnTo>
                      <a:pt x="41134" y="101441"/>
                    </a:lnTo>
                    <a:lnTo>
                      <a:pt x="41134" y="9239"/>
                    </a:lnTo>
                    <a:lnTo>
                      <a:pt x="14568" y="9239"/>
                    </a:lnTo>
                    <a:lnTo>
                      <a:pt x="2666" y="34576"/>
                    </a:lnTo>
                    <a:lnTo>
                      <a:pt x="0" y="34576"/>
                    </a:lnTo>
                    <a:lnTo>
                      <a:pt x="0" y="0"/>
                    </a:lnTo>
                    <a:lnTo>
                      <a:pt x="99693" y="0"/>
                    </a:lnTo>
                    <a:lnTo>
                      <a:pt x="99693" y="34576"/>
                    </a:lnTo>
                    <a:lnTo>
                      <a:pt x="97027" y="34576"/>
                    </a:lnTo>
                    <a:lnTo>
                      <a:pt x="85220" y="9239"/>
                    </a:lnTo>
                    <a:lnTo>
                      <a:pt x="58559" y="9239"/>
                    </a:lnTo>
                    <a:lnTo>
                      <a:pt x="58559" y="101441"/>
                    </a:lnTo>
                    <a:lnTo>
                      <a:pt x="75698" y="108109"/>
                    </a:lnTo>
                    <a:lnTo>
                      <a:pt x="75698" y="110871"/>
                    </a:lnTo>
                    <a:lnTo>
                      <a:pt x="2418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49" name="Google Shape;2549;p48"/>
              <p:cNvSpPr/>
              <p:nvPr/>
            </p:nvSpPr>
            <p:spPr>
              <a:xfrm>
                <a:off x="7698262" y="5747639"/>
                <a:ext cx="111404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111404" h="110870" extrusionOk="0">
                    <a:moveTo>
                      <a:pt x="32565" y="110871"/>
                    </a:moveTo>
                    <a:lnTo>
                      <a:pt x="32565" y="108109"/>
                    </a:lnTo>
                    <a:lnTo>
                      <a:pt x="47704" y="101441"/>
                    </a:lnTo>
                    <a:lnTo>
                      <a:pt x="47704" y="59150"/>
                    </a:lnTo>
                    <a:lnTo>
                      <a:pt x="10569" y="8573"/>
                    </a:lnTo>
                    <a:lnTo>
                      <a:pt x="0" y="2667"/>
                    </a:lnTo>
                    <a:lnTo>
                      <a:pt x="0" y="0"/>
                    </a:lnTo>
                    <a:lnTo>
                      <a:pt x="43324" y="0"/>
                    </a:lnTo>
                    <a:lnTo>
                      <a:pt x="43324" y="2667"/>
                    </a:lnTo>
                    <a:lnTo>
                      <a:pt x="31041" y="8763"/>
                    </a:lnTo>
                    <a:lnTo>
                      <a:pt x="31041" y="9430"/>
                    </a:lnTo>
                    <a:lnTo>
                      <a:pt x="60749" y="49911"/>
                    </a:lnTo>
                    <a:lnTo>
                      <a:pt x="87600" y="9620"/>
                    </a:lnTo>
                    <a:lnTo>
                      <a:pt x="87600" y="8953"/>
                    </a:lnTo>
                    <a:lnTo>
                      <a:pt x="75222" y="2667"/>
                    </a:lnTo>
                    <a:lnTo>
                      <a:pt x="75222" y="0"/>
                    </a:lnTo>
                    <a:lnTo>
                      <a:pt x="111405" y="0"/>
                    </a:lnTo>
                    <a:lnTo>
                      <a:pt x="111405" y="2667"/>
                    </a:lnTo>
                    <a:lnTo>
                      <a:pt x="100550" y="8287"/>
                    </a:lnTo>
                    <a:lnTo>
                      <a:pt x="65129" y="58960"/>
                    </a:lnTo>
                    <a:lnTo>
                      <a:pt x="65129" y="101441"/>
                    </a:lnTo>
                    <a:lnTo>
                      <a:pt x="80269" y="108109"/>
                    </a:lnTo>
                    <a:lnTo>
                      <a:pt x="80269" y="110871"/>
                    </a:lnTo>
                    <a:lnTo>
                      <a:pt x="32565" y="1108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50" name="Google Shape;2550;p48"/>
              <p:cNvSpPr/>
              <p:nvPr/>
            </p:nvSpPr>
            <p:spPr>
              <a:xfrm>
                <a:off x="6668955" y="5720492"/>
                <a:ext cx="157776" cy="158781"/>
              </a:xfrm>
              <a:custGeom>
                <a:avLst/>
                <a:gdLst/>
                <a:ahLst/>
                <a:cxnLst/>
                <a:rect l="l" t="t" r="r" b="b"/>
                <a:pathLst>
                  <a:path w="157776" h="158781" extrusionOk="0">
                    <a:moveTo>
                      <a:pt x="79126" y="158782"/>
                    </a:moveTo>
                    <a:cubicBezTo>
                      <a:pt x="67605" y="158782"/>
                      <a:pt x="57321" y="156686"/>
                      <a:pt x="48180" y="152400"/>
                    </a:cubicBezTo>
                    <a:cubicBezTo>
                      <a:pt x="39135" y="148114"/>
                      <a:pt x="31993" y="141541"/>
                      <a:pt x="26756" y="132493"/>
                    </a:cubicBezTo>
                    <a:cubicBezTo>
                      <a:pt x="21519" y="123539"/>
                      <a:pt x="18948" y="111823"/>
                      <a:pt x="18948" y="97441"/>
                    </a:cubicBezTo>
                    <a:lnTo>
                      <a:pt x="18948" y="11906"/>
                    </a:lnTo>
                    <a:lnTo>
                      <a:pt x="0" y="4763"/>
                    </a:lnTo>
                    <a:lnTo>
                      <a:pt x="0" y="0"/>
                    </a:lnTo>
                    <a:lnTo>
                      <a:pt x="56369" y="0"/>
                    </a:lnTo>
                    <a:lnTo>
                      <a:pt x="56369" y="4763"/>
                    </a:lnTo>
                    <a:lnTo>
                      <a:pt x="37421" y="11906"/>
                    </a:lnTo>
                    <a:lnTo>
                      <a:pt x="37421" y="94107"/>
                    </a:lnTo>
                    <a:cubicBezTo>
                      <a:pt x="37421" y="107251"/>
                      <a:pt x="39420" y="117634"/>
                      <a:pt x="43419" y="125254"/>
                    </a:cubicBezTo>
                    <a:cubicBezTo>
                      <a:pt x="47419" y="132874"/>
                      <a:pt x="53036" y="138398"/>
                      <a:pt x="60083" y="141732"/>
                    </a:cubicBezTo>
                    <a:cubicBezTo>
                      <a:pt x="67224" y="145066"/>
                      <a:pt x="75317" y="146685"/>
                      <a:pt x="84458" y="146685"/>
                    </a:cubicBezTo>
                    <a:cubicBezTo>
                      <a:pt x="92076" y="146685"/>
                      <a:pt x="98931" y="145161"/>
                      <a:pt x="105025" y="142113"/>
                    </a:cubicBezTo>
                    <a:cubicBezTo>
                      <a:pt x="111215" y="139065"/>
                      <a:pt x="116071" y="134207"/>
                      <a:pt x="119784" y="127540"/>
                    </a:cubicBezTo>
                    <a:cubicBezTo>
                      <a:pt x="123498" y="120872"/>
                      <a:pt x="125402" y="112204"/>
                      <a:pt x="125402" y="101441"/>
                    </a:cubicBezTo>
                    <a:lnTo>
                      <a:pt x="125402" y="11430"/>
                    </a:lnTo>
                    <a:lnTo>
                      <a:pt x="101693" y="4763"/>
                    </a:lnTo>
                    <a:lnTo>
                      <a:pt x="101693" y="0"/>
                    </a:lnTo>
                    <a:lnTo>
                      <a:pt x="157776" y="0"/>
                    </a:lnTo>
                    <a:lnTo>
                      <a:pt x="157776" y="4763"/>
                    </a:lnTo>
                    <a:lnTo>
                      <a:pt x="139018" y="11620"/>
                    </a:lnTo>
                    <a:lnTo>
                      <a:pt x="139018" y="97345"/>
                    </a:lnTo>
                    <a:cubicBezTo>
                      <a:pt x="139018" y="111728"/>
                      <a:pt x="136447" y="123444"/>
                      <a:pt x="131210" y="132397"/>
                    </a:cubicBezTo>
                    <a:cubicBezTo>
                      <a:pt x="125973" y="141351"/>
                      <a:pt x="118832" y="148018"/>
                      <a:pt x="109786" y="152305"/>
                    </a:cubicBezTo>
                    <a:cubicBezTo>
                      <a:pt x="100741" y="156591"/>
                      <a:pt x="90362" y="158686"/>
                      <a:pt x="78840" y="158686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551" name="Google Shape;2551;p48"/>
              <p:cNvGrpSpPr/>
              <p:nvPr/>
            </p:nvGrpSpPr>
            <p:grpSpPr>
              <a:xfrm>
                <a:off x="5334025" y="5104384"/>
                <a:ext cx="1102344" cy="1102714"/>
                <a:chOff x="5334025" y="5104384"/>
                <a:chExt cx="1102344" cy="1102714"/>
              </a:xfrm>
            </p:grpSpPr>
            <p:sp>
              <p:nvSpPr>
                <p:cNvPr id="2552" name="Google Shape;2552;p48"/>
                <p:cNvSpPr/>
                <p:nvPr/>
              </p:nvSpPr>
              <p:spPr>
                <a:xfrm>
                  <a:off x="5334025" y="5104384"/>
                  <a:ext cx="1102344" cy="1102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344" h="1102714" extrusionOk="0">
                      <a:moveTo>
                        <a:pt x="1072605" y="373126"/>
                      </a:moveTo>
                      <a:cubicBezTo>
                        <a:pt x="1170965" y="661162"/>
                        <a:pt x="1017378" y="974534"/>
                        <a:pt x="729344" y="1072928"/>
                      </a:cubicBezTo>
                      <a:cubicBezTo>
                        <a:pt x="441405" y="1171416"/>
                        <a:pt x="128138" y="1017683"/>
                        <a:pt x="29777" y="729551"/>
                      </a:cubicBezTo>
                      <a:cubicBezTo>
                        <a:pt x="-68678" y="441515"/>
                        <a:pt x="85004" y="128143"/>
                        <a:pt x="372943" y="29750"/>
                      </a:cubicBezTo>
                      <a:cubicBezTo>
                        <a:pt x="660882" y="-68644"/>
                        <a:pt x="974149" y="84995"/>
                        <a:pt x="1072509" y="373126"/>
                      </a:cubicBezTo>
                    </a:path>
                  </a:pathLst>
                </a:custGeom>
                <a:solidFill>
                  <a:srgbClr val="A80050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53" name="Google Shape;2553;p48"/>
                <p:cNvSpPr/>
                <p:nvPr/>
              </p:nvSpPr>
              <p:spPr>
                <a:xfrm>
                  <a:off x="5413237" y="5171948"/>
                  <a:ext cx="951211" cy="966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1211" h="966216" extrusionOk="0">
                      <a:moveTo>
                        <a:pt x="951116" y="404336"/>
                      </a:moveTo>
                      <a:lnTo>
                        <a:pt x="949116" y="404908"/>
                      </a:lnTo>
                      <a:lnTo>
                        <a:pt x="941404" y="396050"/>
                      </a:lnTo>
                      <a:lnTo>
                        <a:pt x="914362" y="403193"/>
                      </a:lnTo>
                      <a:cubicBezTo>
                        <a:pt x="915028" y="404908"/>
                        <a:pt x="915695" y="406622"/>
                        <a:pt x="916266" y="408432"/>
                      </a:cubicBezTo>
                      <a:lnTo>
                        <a:pt x="911029" y="412433"/>
                      </a:lnTo>
                      <a:cubicBezTo>
                        <a:pt x="910172" y="409766"/>
                        <a:pt x="909315" y="407194"/>
                        <a:pt x="908363" y="404813"/>
                      </a:cubicBezTo>
                      <a:lnTo>
                        <a:pt x="872751" y="414242"/>
                      </a:lnTo>
                      <a:lnTo>
                        <a:pt x="870466" y="425768"/>
                      </a:lnTo>
                      <a:lnTo>
                        <a:pt x="868467" y="426339"/>
                      </a:lnTo>
                      <a:lnTo>
                        <a:pt x="859707" y="393097"/>
                      </a:lnTo>
                      <a:lnTo>
                        <a:pt x="861706" y="392525"/>
                      </a:lnTo>
                      <a:lnTo>
                        <a:pt x="869324" y="401193"/>
                      </a:lnTo>
                      <a:lnTo>
                        <a:pt x="902459" y="392430"/>
                      </a:lnTo>
                      <a:cubicBezTo>
                        <a:pt x="901698" y="391192"/>
                        <a:pt x="901031" y="389858"/>
                        <a:pt x="900269" y="388715"/>
                      </a:cubicBezTo>
                      <a:cubicBezTo>
                        <a:pt x="885225" y="365570"/>
                        <a:pt x="864944" y="360998"/>
                        <a:pt x="859421" y="360236"/>
                      </a:cubicBezTo>
                      <a:lnTo>
                        <a:pt x="858564" y="360426"/>
                      </a:lnTo>
                      <a:lnTo>
                        <a:pt x="856183" y="371666"/>
                      </a:lnTo>
                      <a:lnTo>
                        <a:pt x="854184" y="372237"/>
                      </a:lnTo>
                      <a:lnTo>
                        <a:pt x="845424" y="338995"/>
                      </a:lnTo>
                      <a:lnTo>
                        <a:pt x="847423" y="338423"/>
                      </a:lnTo>
                      <a:lnTo>
                        <a:pt x="855136" y="347282"/>
                      </a:lnTo>
                      <a:lnTo>
                        <a:pt x="923788" y="329184"/>
                      </a:lnTo>
                      <a:lnTo>
                        <a:pt x="926169" y="317754"/>
                      </a:lnTo>
                      <a:lnTo>
                        <a:pt x="928168" y="317183"/>
                      </a:lnTo>
                      <a:lnTo>
                        <a:pt x="936928" y="350425"/>
                      </a:lnTo>
                      <a:lnTo>
                        <a:pt x="934929" y="350996"/>
                      </a:lnTo>
                      <a:lnTo>
                        <a:pt x="927311" y="342424"/>
                      </a:lnTo>
                      <a:lnTo>
                        <a:pt x="871133" y="357283"/>
                      </a:lnTo>
                      <a:cubicBezTo>
                        <a:pt x="874656" y="358616"/>
                        <a:pt x="878655" y="360521"/>
                        <a:pt x="882845" y="363188"/>
                      </a:cubicBezTo>
                      <a:cubicBezTo>
                        <a:pt x="890272" y="367856"/>
                        <a:pt x="898270" y="374809"/>
                        <a:pt x="905126" y="385286"/>
                      </a:cubicBezTo>
                      <a:cubicBezTo>
                        <a:pt x="906268" y="387096"/>
                        <a:pt x="907506" y="389001"/>
                        <a:pt x="908649" y="391001"/>
                      </a:cubicBezTo>
                      <a:lnTo>
                        <a:pt x="938071" y="383191"/>
                      </a:lnTo>
                      <a:lnTo>
                        <a:pt x="940451" y="371856"/>
                      </a:lnTo>
                      <a:lnTo>
                        <a:pt x="942451" y="371285"/>
                      </a:lnTo>
                      <a:lnTo>
                        <a:pt x="951211" y="404527"/>
                      </a:lnTo>
                      <a:close/>
                      <a:moveTo>
                        <a:pt x="921693" y="539115"/>
                      </a:moveTo>
                      <a:cubicBezTo>
                        <a:pt x="913886" y="539401"/>
                        <a:pt x="907696" y="545973"/>
                        <a:pt x="907982" y="553784"/>
                      </a:cubicBezTo>
                      <a:cubicBezTo>
                        <a:pt x="908268" y="561594"/>
                        <a:pt x="914743" y="567785"/>
                        <a:pt x="922646" y="567500"/>
                      </a:cubicBezTo>
                      <a:cubicBezTo>
                        <a:pt x="930454" y="567214"/>
                        <a:pt x="936643" y="560642"/>
                        <a:pt x="936357" y="552831"/>
                      </a:cubicBezTo>
                      <a:cubicBezTo>
                        <a:pt x="936071" y="545021"/>
                        <a:pt x="929597" y="538829"/>
                        <a:pt x="921693" y="539115"/>
                      </a:cubicBezTo>
                      <a:moveTo>
                        <a:pt x="875608" y="746474"/>
                      </a:moveTo>
                      <a:lnTo>
                        <a:pt x="877322" y="747713"/>
                      </a:lnTo>
                      <a:lnTo>
                        <a:pt x="856088" y="777812"/>
                      </a:lnTo>
                      <a:lnTo>
                        <a:pt x="854374" y="776573"/>
                      </a:lnTo>
                      <a:lnTo>
                        <a:pt x="856850" y="764096"/>
                      </a:lnTo>
                      <a:lnTo>
                        <a:pt x="830189" y="745236"/>
                      </a:lnTo>
                      <a:lnTo>
                        <a:pt x="781818" y="746093"/>
                      </a:lnTo>
                      <a:lnTo>
                        <a:pt x="773439" y="750189"/>
                      </a:lnTo>
                      <a:lnTo>
                        <a:pt x="771725" y="748951"/>
                      </a:lnTo>
                      <a:lnTo>
                        <a:pt x="791054" y="721614"/>
                      </a:lnTo>
                      <a:lnTo>
                        <a:pt x="792768" y="722757"/>
                      </a:lnTo>
                      <a:lnTo>
                        <a:pt x="791150" y="733235"/>
                      </a:lnTo>
                      <a:lnTo>
                        <a:pt x="791530" y="733520"/>
                      </a:lnTo>
                      <a:lnTo>
                        <a:pt x="830284" y="732758"/>
                      </a:lnTo>
                      <a:lnTo>
                        <a:pt x="816858" y="697802"/>
                      </a:lnTo>
                      <a:lnTo>
                        <a:pt x="816478" y="697516"/>
                      </a:lnTo>
                      <a:lnTo>
                        <a:pt x="807051" y="702564"/>
                      </a:lnTo>
                      <a:lnTo>
                        <a:pt x="805337" y="701326"/>
                      </a:lnTo>
                      <a:lnTo>
                        <a:pt x="821524" y="678466"/>
                      </a:lnTo>
                      <a:lnTo>
                        <a:pt x="823238" y="679704"/>
                      </a:lnTo>
                      <a:lnTo>
                        <a:pt x="821905" y="689039"/>
                      </a:lnTo>
                      <a:lnTo>
                        <a:pt x="838092" y="733997"/>
                      </a:lnTo>
                      <a:lnTo>
                        <a:pt x="864944" y="752951"/>
                      </a:lnTo>
                      <a:lnTo>
                        <a:pt x="875894" y="746379"/>
                      </a:lnTo>
                      <a:close/>
                      <a:moveTo>
                        <a:pt x="207273" y="87440"/>
                      </a:moveTo>
                      <a:lnTo>
                        <a:pt x="245932" y="147066"/>
                      </a:lnTo>
                      <a:lnTo>
                        <a:pt x="239838" y="157163"/>
                      </a:lnTo>
                      <a:lnTo>
                        <a:pt x="240980" y="158877"/>
                      </a:lnTo>
                      <a:lnTo>
                        <a:pt x="270022" y="140018"/>
                      </a:lnTo>
                      <a:lnTo>
                        <a:pt x="268879" y="138303"/>
                      </a:lnTo>
                      <a:lnTo>
                        <a:pt x="257263" y="139637"/>
                      </a:lnTo>
                      <a:lnTo>
                        <a:pt x="218604" y="80010"/>
                      </a:lnTo>
                      <a:lnTo>
                        <a:pt x="224603" y="69914"/>
                      </a:lnTo>
                      <a:lnTo>
                        <a:pt x="223460" y="68199"/>
                      </a:lnTo>
                      <a:lnTo>
                        <a:pt x="194419" y="87058"/>
                      </a:lnTo>
                      <a:lnTo>
                        <a:pt x="195561" y="88773"/>
                      </a:lnTo>
                      <a:lnTo>
                        <a:pt x="207273" y="87344"/>
                      </a:lnTo>
                      <a:close/>
                      <a:moveTo>
                        <a:pt x="327343" y="23050"/>
                      </a:moveTo>
                      <a:lnTo>
                        <a:pt x="326867" y="21050"/>
                      </a:lnTo>
                      <a:lnTo>
                        <a:pt x="361812" y="12763"/>
                      </a:lnTo>
                      <a:lnTo>
                        <a:pt x="362288" y="14764"/>
                      </a:lnTo>
                      <a:lnTo>
                        <a:pt x="352004" y="22574"/>
                      </a:lnTo>
                      <a:lnTo>
                        <a:pt x="368477" y="91821"/>
                      </a:lnTo>
                      <a:lnTo>
                        <a:pt x="398376" y="84677"/>
                      </a:lnTo>
                      <a:lnTo>
                        <a:pt x="402184" y="60865"/>
                      </a:lnTo>
                      <a:lnTo>
                        <a:pt x="404184" y="60388"/>
                      </a:lnTo>
                      <a:lnTo>
                        <a:pt x="410944" y="89059"/>
                      </a:lnTo>
                      <a:lnTo>
                        <a:pt x="346577" y="104394"/>
                      </a:lnTo>
                      <a:lnTo>
                        <a:pt x="346101" y="102394"/>
                      </a:lnTo>
                      <a:lnTo>
                        <a:pt x="355147" y="94869"/>
                      </a:lnTo>
                      <a:lnTo>
                        <a:pt x="338674" y="25718"/>
                      </a:lnTo>
                      <a:lnTo>
                        <a:pt x="327248" y="23050"/>
                      </a:lnTo>
                      <a:close/>
                      <a:moveTo>
                        <a:pt x="383807" y="953072"/>
                      </a:moveTo>
                      <a:lnTo>
                        <a:pt x="353909" y="946023"/>
                      </a:lnTo>
                      <a:lnTo>
                        <a:pt x="370191" y="876681"/>
                      </a:lnTo>
                      <a:lnTo>
                        <a:pt x="382855" y="874300"/>
                      </a:lnTo>
                      <a:lnTo>
                        <a:pt x="383331" y="872300"/>
                      </a:lnTo>
                      <a:lnTo>
                        <a:pt x="348386" y="864108"/>
                      </a:lnTo>
                      <a:lnTo>
                        <a:pt x="347910" y="866108"/>
                      </a:lnTo>
                      <a:lnTo>
                        <a:pt x="356956" y="873538"/>
                      </a:lnTo>
                      <a:lnTo>
                        <a:pt x="340769" y="942785"/>
                      </a:lnTo>
                      <a:lnTo>
                        <a:pt x="329343" y="945452"/>
                      </a:lnTo>
                      <a:lnTo>
                        <a:pt x="328866" y="947452"/>
                      </a:lnTo>
                      <a:lnTo>
                        <a:pt x="393234" y="962501"/>
                      </a:lnTo>
                      <a:lnTo>
                        <a:pt x="399994" y="933831"/>
                      </a:lnTo>
                      <a:lnTo>
                        <a:pt x="397995" y="933355"/>
                      </a:lnTo>
                      <a:lnTo>
                        <a:pt x="383902" y="952976"/>
                      </a:lnTo>
                      <a:close/>
                      <a:moveTo>
                        <a:pt x="602047" y="865251"/>
                      </a:moveTo>
                      <a:lnTo>
                        <a:pt x="602428" y="867251"/>
                      </a:lnTo>
                      <a:lnTo>
                        <a:pt x="594715" y="873347"/>
                      </a:lnTo>
                      <a:lnTo>
                        <a:pt x="584527" y="955929"/>
                      </a:lnTo>
                      <a:lnTo>
                        <a:pt x="579290" y="956882"/>
                      </a:lnTo>
                      <a:lnTo>
                        <a:pt x="545487" y="899732"/>
                      </a:lnTo>
                      <a:lnTo>
                        <a:pt x="544630" y="899922"/>
                      </a:lnTo>
                      <a:lnTo>
                        <a:pt x="532252" y="965264"/>
                      </a:lnTo>
                      <a:lnTo>
                        <a:pt x="527110" y="966216"/>
                      </a:lnTo>
                      <a:lnTo>
                        <a:pt x="489499" y="892207"/>
                      </a:lnTo>
                      <a:lnTo>
                        <a:pt x="478930" y="889159"/>
                      </a:lnTo>
                      <a:lnTo>
                        <a:pt x="478549" y="887159"/>
                      </a:lnTo>
                      <a:lnTo>
                        <a:pt x="512923" y="881063"/>
                      </a:lnTo>
                      <a:lnTo>
                        <a:pt x="513304" y="883063"/>
                      </a:lnTo>
                      <a:lnTo>
                        <a:pt x="503306" y="889730"/>
                      </a:lnTo>
                      <a:lnTo>
                        <a:pt x="528443" y="940880"/>
                      </a:lnTo>
                      <a:lnTo>
                        <a:pt x="529205" y="940880"/>
                      </a:lnTo>
                      <a:cubicBezTo>
                        <a:pt x="529205" y="940880"/>
                        <a:pt x="540441" y="875538"/>
                        <a:pt x="540441" y="875538"/>
                      </a:cubicBezTo>
                      <a:lnTo>
                        <a:pt x="545773" y="874586"/>
                      </a:lnTo>
                      <a:lnTo>
                        <a:pt x="579099" y="931926"/>
                      </a:lnTo>
                      <a:lnTo>
                        <a:pt x="579861" y="931926"/>
                      </a:lnTo>
                      <a:cubicBezTo>
                        <a:pt x="579861" y="931926"/>
                        <a:pt x="585764" y="875252"/>
                        <a:pt x="585764" y="875252"/>
                      </a:cubicBezTo>
                      <a:lnTo>
                        <a:pt x="574053" y="872300"/>
                      </a:lnTo>
                      <a:lnTo>
                        <a:pt x="573672" y="870204"/>
                      </a:lnTo>
                      <a:lnTo>
                        <a:pt x="602047" y="865156"/>
                      </a:lnTo>
                      <a:close/>
                      <a:moveTo>
                        <a:pt x="226983" y="850392"/>
                      </a:moveTo>
                      <a:cubicBezTo>
                        <a:pt x="215271" y="847058"/>
                        <a:pt x="204893" y="846963"/>
                        <a:pt x="196418" y="848297"/>
                      </a:cubicBezTo>
                      <a:lnTo>
                        <a:pt x="196418" y="848297"/>
                      </a:lnTo>
                      <a:lnTo>
                        <a:pt x="232696" y="824484"/>
                      </a:lnTo>
                      <a:lnTo>
                        <a:pt x="226983" y="850392"/>
                      </a:lnTo>
                      <a:close/>
                      <a:moveTo>
                        <a:pt x="239266" y="854869"/>
                      </a:moveTo>
                      <a:lnTo>
                        <a:pt x="248217" y="813245"/>
                      </a:lnTo>
                      <a:lnTo>
                        <a:pt x="242313" y="809149"/>
                      </a:lnTo>
                      <a:lnTo>
                        <a:pt x="169091" y="856202"/>
                      </a:lnTo>
                      <a:lnTo>
                        <a:pt x="159855" y="855059"/>
                      </a:lnTo>
                      <a:lnTo>
                        <a:pt x="158712" y="856774"/>
                      </a:lnTo>
                      <a:lnTo>
                        <a:pt x="181850" y="872776"/>
                      </a:lnTo>
                      <a:lnTo>
                        <a:pt x="182993" y="871061"/>
                      </a:lnTo>
                      <a:lnTo>
                        <a:pt x="176613" y="861346"/>
                      </a:lnTo>
                      <a:cubicBezTo>
                        <a:pt x="180041" y="859060"/>
                        <a:pt x="198513" y="848106"/>
                        <a:pt x="225650" y="856107"/>
                      </a:cubicBezTo>
                      <a:lnTo>
                        <a:pt x="218223" y="889826"/>
                      </a:lnTo>
                      <a:lnTo>
                        <a:pt x="206226" y="887063"/>
                      </a:lnTo>
                      <a:lnTo>
                        <a:pt x="205083" y="888778"/>
                      </a:lnTo>
                      <a:lnTo>
                        <a:pt x="233363" y="908304"/>
                      </a:lnTo>
                      <a:lnTo>
                        <a:pt x="234505" y="906590"/>
                      </a:lnTo>
                      <a:lnTo>
                        <a:pt x="230030" y="897731"/>
                      </a:lnTo>
                      <a:lnTo>
                        <a:pt x="237933" y="860774"/>
                      </a:lnTo>
                      <a:lnTo>
                        <a:pt x="237933" y="860774"/>
                      </a:lnTo>
                      <a:cubicBezTo>
                        <a:pt x="241456" y="862394"/>
                        <a:pt x="245075" y="864394"/>
                        <a:pt x="248788" y="866775"/>
                      </a:cubicBezTo>
                      <a:lnTo>
                        <a:pt x="250121" y="860489"/>
                      </a:lnTo>
                      <a:cubicBezTo>
                        <a:pt x="246408" y="858203"/>
                        <a:pt x="242789" y="856298"/>
                        <a:pt x="239266" y="854774"/>
                      </a:cubicBezTo>
                      <a:cubicBezTo>
                        <a:pt x="239266" y="854774"/>
                        <a:pt x="239266" y="854774"/>
                        <a:pt x="239266" y="854774"/>
                      </a:cubicBezTo>
                      <a:moveTo>
                        <a:pt x="51782" y="552069"/>
                      </a:moveTo>
                      <a:cubicBezTo>
                        <a:pt x="52068" y="559594"/>
                        <a:pt x="46069" y="565880"/>
                        <a:pt x="38547" y="566166"/>
                      </a:cubicBezTo>
                      <a:cubicBezTo>
                        <a:pt x="31025" y="566452"/>
                        <a:pt x="24740" y="560451"/>
                        <a:pt x="24455" y="552926"/>
                      </a:cubicBezTo>
                      <a:cubicBezTo>
                        <a:pt x="24169" y="545402"/>
                        <a:pt x="30168" y="539115"/>
                        <a:pt x="37690" y="538829"/>
                      </a:cubicBezTo>
                      <a:cubicBezTo>
                        <a:pt x="45212" y="538544"/>
                        <a:pt x="51496" y="544544"/>
                        <a:pt x="51782" y="552069"/>
                      </a:cubicBezTo>
                      <a:moveTo>
                        <a:pt x="79110" y="406051"/>
                      </a:moveTo>
                      <a:cubicBezTo>
                        <a:pt x="82347" y="401384"/>
                        <a:pt x="84728" y="395954"/>
                        <a:pt x="86156" y="389953"/>
                      </a:cubicBezTo>
                      <a:cubicBezTo>
                        <a:pt x="87013" y="386334"/>
                        <a:pt x="87489" y="382524"/>
                        <a:pt x="87489" y="378428"/>
                      </a:cubicBezTo>
                      <a:cubicBezTo>
                        <a:pt x="87489" y="374333"/>
                        <a:pt x="87203" y="370332"/>
                        <a:pt x="86441" y="366427"/>
                      </a:cubicBezTo>
                      <a:cubicBezTo>
                        <a:pt x="85680" y="362522"/>
                        <a:pt x="84537" y="358997"/>
                        <a:pt x="83014" y="356045"/>
                      </a:cubicBezTo>
                      <a:lnTo>
                        <a:pt x="63113" y="351282"/>
                      </a:lnTo>
                      <a:lnTo>
                        <a:pt x="59685" y="341186"/>
                      </a:lnTo>
                      <a:lnTo>
                        <a:pt x="57686" y="340709"/>
                      </a:lnTo>
                      <a:lnTo>
                        <a:pt x="49783" y="374047"/>
                      </a:lnTo>
                      <a:lnTo>
                        <a:pt x="51782" y="374523"/>
                      </a:lnTo>
                      <a:lnTo>
                        <a:pt x="59590" y="364522"/>
                      </a:lnTo>
                      <a:lnTo>
                        <a:pt x="81204" y="369665"/>
                      </a:lnTo>
                      <a:cubicBezTo>
                        <a:pt x="81490" y="372332"/>
                        <a:pt x="81490" y="374809"/>
                        <a:pt x="81204" y="377285"/>
                      </a:cubicBezTo>
                      <a:cubicBezTo>
                        <a:pt x="80919" y="379762"/>
                        <a:pt x="80538" y="382238"/>
                        <a:pt x="79967" y="384620"/>
                      </a:cubicBezTo>
                      <a:cubicBezTo>
                        <a:pt x="78538" y="390811"/>
                        <a:pt x="75682" y="395954"/>
                        <a:pt x="71397" y="400145"/>
                      </a:cubicBezTo>
                      <a:cubicBezTo>
                        <a:pt x="67207" y="404336"/>
                        <a:pt x="61780" y="407194"/>
                        <a:pt x="55305" y="408813"/>
                      </a:cubicBezTo>
                      <a:cubicBezTo>
                        <a:pt x="48830" y="410432"/>
                        <a:pt x="41499" y="410242"/>
                        <a:pt x="33310" y="408242"/>
                      </a:cubicBezTo>
                      <a:cubicBezTo>
                        <a:pt x="26835" y="406718"/>
                        <a:pt x="21408" y="403955"/>
                        <a:pt x="17028" y="399955"/>
                      </a:cubicBezTo>
                      <a:cubicBezTo>
                        <a:pt x="12648" y="395954"/>
                        <a:pt x="9601" y="391192"/>
                        <a:pt x="7887" y="385667"/>
                      </a:cubicBezTo>
                      <a:cubicBezTo>
                        <a:pt x="6173" y="380143"/>
                        <a:pt x="6078" y="374237"/>
                        <a:pt x="7506" y="367951"/>
                      </a:cubicBezTo>
                      <a:cubicBezTo>
                        <a:pt x="8268" y="364808"/>
                        <a:pt x="9315" y="362236"/>
                        <a:pt x="10743" y="360045"/>
                      </a:cubicBezTo>
                      <a:cubicBezTo>
                        <a:pt x="12171" y="357854"/>
                        <a:pt x="14361" y="355378"/>
                        <a:pt x="17313" y="352616"/>
                      </a:cubicBezTo>
                      <a:lnTo>
                        <a:pt x="34643" y="347091"/>
                      </a:lnTo>
                      <a:lnTo>
                        <a:pt x="35119" y="345091"/>
                      </a:lnTo>
                      <a:lnTo>
                        <a:pt x="13695" y="340804"/>
                      </a:lnTo>
                      <a:cubicBezTo>
                        <a:pt x="11981" y="342900"/>
                        <a:pt x="10362" y="345091"/>
                        <a:pt x="8839" y="347282"/>
                      </a:cubicBezTo>
                      <a:cubicBezTo>
                        <a:pt x="7315" y="349568"/>
                        <a:pt x="5982" y="352139"/>
                        <a:pt x="4744" y="355187"/>
                      </a:cubicBezTo>
                      <a:cubicBezTo>
                        <a:pt x="3507" y="358140"/>
                        <a:pt x="2364" y="361950"/>
                        <a:pt x="1317" y="366332"/>
                      </a:cubicBezTo>
                      <a:cubicBezTo>
                        <a:pt x="-112" y="372523"/>
                        <a:pt x="-397" y="378714"/>
                        <a:pt x="555" y="384715"/>
                      </a:cubicBezTo>
                      <a:cubicBezTo>
                        <a:pt x="1507" y="390716"/>
                        <a:pt x="3507" y="396240"/>
                        <a:pt x="6554" y="401479"/>
                      </a:cubicBezTo>
                      <a:cubicBezTo>
                        <a:pt x="9601" y="406622"/>
                        <a:pt x="13600" y="411099"/>
                        <a:pt x="18551" y="414814"/>
                      </a:cubicBezTo>
                      <a:cubicBezTo>
                        <a:pt x="23407" y="418528"/>
                        <a:pt x="29120" y="421100"/>
                        <a:pt x="35595" y="422624"/>
                      </a:cubicBezTo>
                      <a:cubicBezTo>
                        <a:pt x="41499" y="424053"/>
                        <a:pt x="47116" y="424244"/>
                        <a:pt x="52639" y="423291"/>
                      </a:cubicBezTo>
                      <a:cubicBezTo>
                        <a:pt x="58067" y="422339"/>
                        <a:pt x="63113" y="420338"/>
                        <a:pt x="67684" y="417481"/>
                      </a:cubicBezTo>
                      <a:cubicBezTo>
                        <a:pt x="72254" y="414528"/>
                        <a:pt x="76158" y="410718"/>
                        <a:pt x="79395" y="406051"/>
                      </a:cubicBezTo>
                      <a:moveTo>
                        <a:pt x="150714" y="724090"/>
                      </a:moveTo>
                      <a:cubicBezTo>
                        <a:pt x="151285" y="726758"/>
                        <a:pt x="151761" y="729425"/>
                        <a:pt x="152047" y="732092"/>
                      </a:cubicBezTo>
                      <a:lnTo>
                        <a:pt x="134241" y="744665"/>
                      </a:lnTo>
                      <a:lnTo>
                        <a:pt x="133098" y="742950"/>
                      </a:lnTo>
                      <a:lnTo>
                        <a:pt x="141001" y="726662"/>
                      </a:lnTo>
                      <a:cubicBezTo>
                        <a:pt x="141001" y="722567"/>
                        <a:pt x="140811" y="719328"/>
                        <a:pt x="140144" y="716852"/>
                      </a:cubicBezTo>
                      <a:cubicBezTo>
                        <a:pt x="139573" y="714375"/>
                        <a:pt x="138335" y="711708"/>
                        <a:pt x="136621" y="709041"/>
                      </a:cubicBezTo>
                      <a:cubicBezTo>
                        <a:pt x="133098" y="703707"/>
                        <a:pt x="128813" y="699707"/>
                        <a:pt x="123576" y="697135"/>
                      </a:cubicBezTo>
                      <a:cubicBezTo>
                        <a:pt x="118339" y="694563"/>
                        <a:pt x="112817" y="693420"/>
                        <a:pt x="106913" y="693896"/>
                      </a:cubicBezTo>
                      <a:cubicBezTo>
                        <a:pt x="101010" y="694373"/>
                        <a:pt x="95297" y="696373"/>
                        <a:pt x="89679" y="699992"/>
                      </a:cubicBezTo>
                      <a:cubicBezTo>
                        <a:pt x="82633" y="704564"/>
                        <a:pt x="77491" y="709803"/>
                        <a:pt x="74158" y="715518"/>
                      </a:cubicBezTo>
                      <a:cubicBezTo>
                        <a:pt x="70826" y="721328"/>
                        <a:pt x="69207" y="727234"/>
                        <a:pt x="69302" y="733139"/>
                      </a:cubicBezTo>
                      <a:cubicBezTo>
                        <a:pt x="69397" y="739140"/>
                        <a:pt x="71207" y="744760"/>
                        <a:pt x="74634" y="749999"/>
                      </a:cubicBezTo>
                      <a:cubicBezTo>
                        <a:pt x="75967" y="752094"/>
                        <a:pt x="77491" y="754094"/>
                        <a:pt x="79110" y="755999"/>
                      </a:cubicBezTo>
                      <a:cubicBezTo>
                        <a:pt x="80728" y="757904"/>
                        <a:pt x="82538" y="759714"/>
                        <a:pt x="84632" y="761333"/>
                      </a:cubicBezTo>
                      <a:lnTo>
                        <a:pt x="103200" y="749237"/>
                      </a:lnTo>
                      <a:lnTo>
                        <a:pt x="101391" y="736664"/>
                      </a:lnTo>
                      <a:lnTo>
                        <a:pt x="103105" y="735521"/>
                      </a:lnTo>
                      <a:lnTo>
                        <a:pt x="121767" y="764191"/>
                      </a:lnTo>
                      <a:lnTo>
                        <a:pt x="120053" y="765334"/>
                      </a:lnTo>
                      <a:lnTo>
                        <a:pt x="110341" y="760857"/>
                      </a:lnTo>
                      <a:lnTo>
                        <a:pt x="93202" y="772001"/>
                      </a:lnTo>
                      <a:cubicBezTo>
                        <a:pt x="89869" y="771049"/>
                        <a:pt x="86632" y="769525"/>
                        <a:pt x="83299" y="767334"/>
                      </a:cubicBezTo>
                      <a:cubicBezTo>
                        <a:pt x="79967" y="765143"/>
                        <a:pt x="76824" y="762667"/>
                        <a:pt x="73873" y="759809"/>
                      </a:cubicBezTo>
                      <a:cubicBezTo>
                        <a:pt x="70921" y="756952"/>
                        <a:pt x="68445" y="753999"/>
                        <a:pt x="66446" y="750856"/>
                      </a:cubicBezTo>
                      <a:cubicBezTo>
                        <a:pt x="63018" y="745617"/>
                        <a:pt x="60733" y="740188"/>
                        <a:pt x="59590" y="734663"/>
                      </a:cubicBezTo>
                      <a:cubicBezTo>
                        <a:pt x="58447" y="729044"/>
                        <a:pt x="58352" y="723614"/>
                        <a:pt x="59400" y="718280"/>
                      </a:cubicBezTo>
                      <a:cubicBezTo>
                        <a:pt x="60447" y="712946"/>
                        <a:pt x="62447" y="707993"/>
                        <a:pt x="65589" y="703326"/>
                      </a:cubicBezTo>
                      <a:cubicBezTo>
                        <a:pt x="68636" y="698659"/>
                        <a:pt x="72730" y="694754"/>
                        <a:pt x="77777" y="691420"/>
                      </a:cubicBezTo>
                      <a:cubicBezTo>
                        <a:pt x="83299" y="687800"/>
                        <a:pt x="89203" y="685514"/>
                        <a:pt x="95202" y="684467"/>
                      </a:cubicBezTo>
                      <a:cubicBezTo>
                        <a:pt x="101295" y="683514"/>
                        <a:pt x="107199" y="683609"/>
                        <a:pt x="113103" y="684943"/>
                      </a:cubicBezTo>
                      <a:cubicBezTo>
                        <a:pt x="119006" y="686276"/>
                        <a:pt x="124433" y="688658"/>
                        <a:pt x="129385" y="692182"/>
                      </a:cubicBezTo>
                      <a:cubicBezTo>
                        <a:pt x="134336" y="695611"/>
                        <a:pt x="138621" y="700088"/>
                        <a:pt x="142049" y="705422"/>
                      </a:cubicBezTo>
                      <a:cubicBezTo>
                        <a:pt x="144524" y="709232"/>
                        <a:pt x="146429" y="712661"/>
                        <a:pt x="147762" y="715613"/>
                      </a:cubicBezTo>
                      <a:cubicBezTo>
                        <a:pt x="149095" y="718566"/>
                        <a:pt x="150047" y="721424"/>
                        <a:pt x="150618" y="724090"/>
                      </a:cubicBezTo>
                      <a:moveTo>
                        <a:pt x="708596" y="873347"/>
                      </a:moveTo>
                      <a:lnTo>
                        <a:pt x="708596" y="873347"/>
                      </a:lnTo>
                      <a:cubicBezTo>
                        <a:pt x="708596" y="873347"/>
                        <a:pt x="699645" y="830866"/>
                        <a:pt x="699645" y="830866"/>
                      </a:cubicBezTo>
                      <a:lnTo>
                        <a:pt x="721736" y="845630"/>
                      </a:lnTo>
                      <a:cubicBezTo>
                        <a:pt x="714309" y="855345"/>
                        <a:pt x="710500" y="864965"/>
                        <a:pt x="708691" y="873347"/>
                      </a:cubicBezTo>
                      <a:moveTo>
                        <a:pt x="767155" y="860108"/>
                      </a:moveTo>
                      <a:lnTo>
                        <a:pt x="735638" y="839248"/>
                      </a:lnTo>
                      <a:cubicBezTo>
                        <a:pt x="738399" y="836581"/>
                        <a:pt x="741636" y="833914"/>
                        <a:pt x="745159" y="831342"/>
                      </a:cubicBezTo>
                      <a:lnTo>
                        <a:pt x="739827" y="827818"/>
                      </a:lnTo>
                      <a:cubicBezTo>
                        <a:pt x="736399" y="830485"/>
                        <a:pt x="733257" y="833152"/>
                        <a:pt x="730496" y="835914"/>
                      </a:cubicBezTo>
                      <a:cubicBezTo>
                        <a:pt x="730496" y="835914"/>
                        <a:pt x="730496" y="835914"/>
                        <a:pt x="730496" y="835914"/>
                      </a:cubicBezTo>
                      <a:lnTo>
                        <a:pt x="694979" y="812483"/>
                      </a:lnTo>
                      <a:lnTo>
                        <a:pt x="689076" y="816483"/>
                      </a:lnTo>
                      <a:lnTo>
                        <a:pt x="706310" y="901827"/>
                      </a:lnTo>
                      <a:lnTo>
                        <a:pt x="701930" y="910019"/>
                      </a:lnTo>
                      <a:lnTo>
                        <a:pt x="703073" y="911733"/>
                      </a:lnTo>
                      <a:lnTo>
                        <a:pt x="726401" y="895922"/>
                      </a:lnTo>
                      <a:lnTo>
                        <a:pt x="725259" y="894207"/>
                      </a:lnTo>
                      <a:lnTo>
                        <a:pt x="713928" y="896588"/>
                      </a:lnTo>
                      <a:cubicBezTo>
                        <a:pt x="713071" y="892588"/>
                        <a:pt x="709548" y="871442"/>
                        <a:pt x="726878" y="848963"/>
                      </a:cubicBezTo>
                      <a:lnTo>
                        <a:pt x="755538" y="868204"/>
                      </a:lnTo>
                      <a:lnTo>
                        <a:pt x="748587" y="878396"/>
                      </a:lnTo>
                      <a:lnTo>
                        <a:pt x="749730" y="880110"/>
                      </a:lnTo>
                      <a:lnTo>
                        <a:pt x="778200" y="860774"/>
                      </a:lnTo>
                      <a:lnTo>
                        <a:pt x="777057" y="859060"/>
                      </a:lnTo>
                      <a:lnTo>
                        <a:pt x="767155" y="860012"/>
                      </a:lnTo>
                      <a:close/>
                      <a:moveTo>
                        <a:pt x="121006" y="214503"/>
                      </a:moveTo>
                      <a:lnTo>
                        <a:pt x="95392" y="207740"/>
                      </a:lnTo>
                      <a:lnTo>
                        <a:pt x="117673" y="244983"/>
                      </a:lnTo>
                      <a:cubicBezTo>
                        <a:pt x="117673" y="244983"/>
                        <a:pt x="117673" y="244983"/>
                        <a:pt x="117673" y="244983"/>
                      </a:cubicBezTo>
                      <a:cubicBezTo>
                        <a:pt x="116721" y="236506"/>
                        <a:pt x="117197" y="226124"/>
                        <a:pt x="121006" y="214503"/>
                      </a:cubicBezTo>
                      <a:moveTo>
                        <a:pt x="124529" y="272606"/>
                      </a:moveTo>
                      <a:lnTo>
                        <a:pt x="80443" y="197549"/>
                      </a:lnTo>
                      <a:lnTo>
                        <a:pt x="84728" y="191833"/>
                      </a:lnTo>
                      <a:lnTo>
                        <a:pt x="125862" y="202406"/>
                      </a:lnTo>
                      <a:cubicBezTo>
                        <a:pt x="125862" y="202406"/>
                        <a:pt x="125862" y="202406"/>
                        <a:pt x="125862" y="202406"/>
                      </a:cubicBezTo>
                      <a:cubicBezTo>
                        <a:pt x="127576" y="198977"/>
                        <a:pt x="129670" y="195453"/>
                        <a:pt x="132051" y="191738"/>
                      </a:cubicBezTo>
                      <a:lnTo>
                        <a:pt x="138240" y="193358"/>
                      </a:lnTo>
                      <a:cubicBezTo>
                        <a:pt x="135764" y="196977"/>
                        <a:pt x="133574" y="200501"/>
                        <a:pt x="131860" y="203930"/>
                      </a:cubicBezTo>
                      <a:lnTo>
                        <a:pt x="168519" y="213360"/>
                      </a:lnTo>
                      <a:lnTo>
                        <a:pt x="177470" y="209169"/>
                      </a:lnTo>
                      <a:lnTo>
                        <a:pt x="179184" y="210407"/>
                      </a:lnTo>
                      <a:lnTo>
                        <a:pt x="158521" y="237934"/>
                      </a:lnTo>
                      <a:lnTo>
                        <a:pt x="156808" y="236696"/>
                      </a:lnTo>
                      <a:lnTo>
                        <a:pt x="160045" y="224790"/>
                      </a:lnTo>
                      <a:lnTo>
                        <a:pt x="126623" y="216027"/>
                      </a:lnTo>
                      <a:lnTo>
                        <a:pt x="126623" y="216027"/>
                      </a:lnTo>
                      <a:cubicBezTo>
                        <a:pt x="117673" y="242792"/>
                        <a:pt x="127766" y="261747"/>
                        <a:pt x="129956" y="265271"/>
                      </a:cubicBezTo>
                      <a:lnTo>
                        <a:pt x="139859" y="259271"/>
                      </a:lnTo>
                      <a:lnTo>
                        <a:pt x="141477" y="260509"/>
                      </a:lnTo>
                      <a:lnTo>
                        <a:pt x="124529" y="282988"/>
                      </a:lnTo>
                      <a:lnTo>
                        <a:pt x="122815" y="281750"/>
                      </a:lnTo>
                      <a:lnTo>
                        <a:pt x="124338" y="272606"/>
                      </a:lnTo>
                      <a:close/>
                      <a:moveTo>
                        <a:pt x="754110" y="199168"/>
                      </a:moveTo>
                      <a:lnTo>
                        <a:pt x="750587" y="187643"/>
                      </a:lnTo>
                      <a:lnTo>
                        <a:pt x="802005" y="163735"/>
                      </a:lnTo>
                      <a:lnTo>
                        <a:pt x="802481" y="164306"/>
                      </a:lnTo>
                      <a:lnTo>
                        <a:pt x="770487" y="222314"/>
                      </a:lnTo>
                      <a:lnTo>
                        <a:pt x="774010" y="226409"/>
                      </a:lnTo>
                      <a:lnTo>
                        <a:pt x="835616" y="202502"/>
                      </a:lnTo>
                      <a:lnTo>
                        <a:pt x="836092" y="203073"/>
                      </a:lnTo>
                      <a:lnTo>
                        <a:pt x="805147" y="250889"/>
                      </a:lnTo>
                      <a:lnTo>
                        <a:pt x="794292" y="245745"/>
                      </a:lnTo>
                      <a:lnTo>
                        <a:pt x="792768" y="247078"/>
                      </a:lnTo>
                      <a:lnTo>
                        <a:pt x="815621" y="273368"/>
                      </a:lnTo>
                      <a:lnTo>
                        <a:pt x="817239" y="272034"/>
                      </a:lnTo>
                      <a:lnTo>
                        <a:pt x="814383" y="261461"/>
                      </a:lnTo>
                      <a:lnTo>
                        <a:pt x="858469" y="191262"/>
                      </a:lnTo>
                      <a:lnTo>
                        <a:pt x="855041" y="187357"/>
                      </a:lnTo>
                      <a:lnTo>
                        <a:pt x="792768" y="210217"/>
                      </a:lnTo>
                      <a:lnTo>
                        <a:pt x="792197" y="209550"/>
                      </a:lnTo>
                      <a:lnTo>
                        <a:pt x="823809" y="151257"/>
                      </a:lnTo>
                      <a:lnTo>
                        <a:pt x="820286" y="147257"/>
                      </a:lnTo>
                      <a:lnTo>
                        <a:pt x="744398" y="180975"/>
                      </a:lnTo>
                      <a:lnTo>
                        <a:pt x="735161" y="177451"/>
                      </a:lnTo>
                      <a:lnTo>
                        <a:pt x="733543" y="178784"/>
                      </a:lnTo>
                      <a:lnTo>
                        <a:pt x="752396" y="200501"/>
                      </a:lnTo>
                      <a:lnTo>
                        <a:pt x="753919" y="199168"/>
                      </a:lnTo>
                      <a:close/>
                      <a:moveTo>
                        <a:pt x="669366" y="137636"/>
                      </a:moveTo>
                      <a:lnTo>
                        <a:pt x="638515" y="121825"/>
                      </a:lnTo>
                      <a:lnTo>
                        <a:pt x="639467" y="120015"/>
                      </a:lnTo>
                      <a:lnTo>
                        <a:pt x="651274" y="120301"/>
                      </a:lnTo>
                      <a:lnTo>
                        <a:pt x="683744" y="57055"/>
                      </a:lnTo>
                      <a:lnTo>
                        <a:pt x="676698" y="47530"/>
                      </a:lnTo>
                      <a:lnTo>
                        <a:pt x="677650" y="45720"/>
                      </a:lnTo>
                      <a:lnTo>
                        <a:pt x="708405" y="61531"/>
                      </a:lnTo>
                      <a:lnTo>
                        <a:pt x="707453" y="63341"/>
                      </a:lnTo>
                      <a:lnTo>
                        <a:pt x="695741" y="63151"/>
                      </a:lnTo>
                      <a:lnTo>
                        <a:pt x="663272" y="126397"/>
                      </a:lnTo>
                      <a:lnTo>
                        <a:pt x="670223" y="135827"/>
                      </a:lnTo>
                      <a:lnTo>
                        <a:pt x="669271" y="137636"/>
                      </a:lnTo>
                      <a:close/>
                      <a:moveTo>
                        <a:pt x="563007" y="64770"/>
                      </a:moveTo>
                      <a:lnTo>
                        <a:pt x="560913" y="64484"/>
                      </a:lnTo>
                      <a:lnTo>
                        <a:pt x="548725" y="85344"/>
                      </a:lnTo>
                      <a:lnTo>
                        <a:pt x="518255" y="81153"/>
                      </a:lnTo>
                      <a:lnTo>
                        <a:pt x="528062" y="10573"/>
                      </a:lnTo>
                      <a:lnTo>
                        <a:pt x="540441" y="7049"/>
                      </a:lnTo>
                      <a:lnTo>
                        <a:pt x="540726" y="4953"/>
                      </a:lnTo>
                      <a:lnTo>
                        <a:pt x="505115" y="0"/>
                      </a:lnTo>
                      <a:lnTo>
                        <a:pt x="504829" y="2095"/>
                      </a:lnTo>
                      <a:lnTo>
                        <a:pt x="514541" y="8668"/>
                      </a:lnTo>
                      <a:lnTo>
                        <a:pt x="504734" y="79058"/>
                      </a:lnTo>
                      <a:lnTo>
                        <a:pt x="493593" y="82772"/>
                      </a:lnTo>
                      <a:lnTo>
                        <a:pt x="493308" y="84868"/>
                      </a:lnTo>
                      <a:lnTo>
                        <a:pt x="558818" y="94012"/>
                      </a:lnTo>
                      <a:lnTo>
                        <a:pt x="562912" y="648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54" name="Google Shape;2554;p48"/>
                <p:cNvSpPr/>
                <p:nvPr/>
              </p:nvSpPr>
              <p:spPr>
                <a:xfrm>
                  <a:off x="5566141" y="5334634"/>
                  <a:ext cx="304887" cy="282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87" h="282702" extrusionOk="0">
                      <a:moveTo>
                        <a:pt x="100645" y="102584"/>
                      </a:moveTo>
                      <a:cubicBezTo>
                        <a:pt x="155300" y="47911"/>
                        <a:pt x="226904" y="16193"/>
                        <a:pt x="303555" y="12478"/>
                      </a:cubicBezTo>
                      <a:cubicBezTo>
                        <a:pt x="304031" y="8763"/>
                        <a:pt x="304507" y="4572"/>
                        <a:pt x="304888" y="0"/>
                      </a:cubicBezTo>
                      <a:cubicBezTo>
                        <a:pt x="146826" y="6858"/>
                        <a:pt x="18377" y="127826"/>
                        <a:pt x="0" y="282702"/>
                      </a:cubicBezTo>
                      <a:lnTo>
                        <a:pt x="12569" y="282702"/>
                      </a:lnTo>
                      <a:cubicBezTo>
                        <a:pt x="20948" y="214693"/>
                        <a:pt x="51513" y="151829"/>
                        <a:pt x="100645" y="102584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55" name="Google Shape;2555;p48"/>
                <p:cNvSpPr/>
                <p:nvPr/>
              </p:nvSpPr>
              <p:spPr>
                <a:xfrm>
                  <a:off x="5563760" y="5632100"/>
                  <a:ext cx="107215" cy="3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215" h="32575" extrusionOk="0">
                      <a:moveTo>
                        <a:pt x="107215" y="0"/>
                      </a:moveTo>
                      <a:lnTo>
                        <a:pt x="857" y="0"/>
                      </a:lnTo>
                      <a:cubicBezTo>
                        <a:pt x="286" y="7810"/>
                        <a:pt x="0" y="15621"/>
                        <a:pt x="0" y="23622"/>
                      </a:cubicBezTo>
                      <a:cubicBezTo>
                        <a:pt x="0" y="26575"/>
                        <a:pt x="0" y="29527"/>
                        <a:pt x="95" y="32575"/>
                      </a:cubicBezTo>
                      <a:lnTo>
                        <a:pt x="107120" y="32575"/>
                      </a:lnTo>
                      <a:lnTo>
                        <a:pt x="107120" y="9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56" name="Google Shape;2556;p48"/>
                <p:cNvSpPr/>
                <p:nvPr/>
              </p:nvSpPr>
              <p:spPr>
                <a:xfrm>
                  <a:off x="5825991" y="5334349"/>
                  <a:ext cx="118736" cy="977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36" h="97726" extrusionOk="0">
                      <a:moveTo>
                        <a:pt x="0" y="97727"/>
                      </a:moveTo>
                      <a:lnTo>
                        <a:pt x="29232" y="87058"/>
                      </a:lnTo>
                      <a:lnTo>
                        <a:pt x="89505" y="87058"/>
                      </a:lnTo>
                      <a:lnTo>
                        <a:pt x="118737" y="97727"/>
                      </a:lnTo>
                      <a:cubicBezTo>
                        <a:pt x="112643" y="70104"/>
                        <a:pt x="92457" y="69056"/>
                        <a:pt x="75032" y="53245"/>
                      </a:cubicBezTo>
                      <a:cubicBezTo>
                        <a:pt x="66176" y="45148"/>
                        <a:pt x="62177" y="21241"/>
                        <a:pt x="60463" y="0"/>
                      </a:cubicBezTo>
                      <a:cubicBezTo>
                        <a:pt x="60083" y="0"/>
                        <a:pt x="59702" y="0"/>
                        <a:pt x="59226" y="0"/>
                      </a:cubicBezTo>
                      <a:cubicBezTo>
                        <a:pt x="58940" y="0"/>
                        <a:pt x="58654" y="0"/>
                        <a:pt x="58273" y="0"/>
                      </a:cubicBezTo>
                      <a:cubicBezTo>
                        <a:pt x="56559" y="21241"/>
                        <a:pt x="52560" y="45244"/>
                        <a:pt x="43705" y="53245"/>
                      </a:cubicBezTo>
                      <a:cubicBezTo>
                        <a:pt x="26280" y="69056"/>
                        <a:pt x="6094" y="70104"/>
                        <a:pt x="0" y="97727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57" name="Google Shape;2557;p48"/>
                <p:cNvSpPr/>
                <p:nvPr/>
              </p:nvSpPr>
              <p:spPr>
                <a:xfrm>
                  <a:off x="5899594" y="5334634"/>
                  <a:ext cx="304602" cy="282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602" h="282702" extrusionOk="0">
                      <a:moveTo>
                        <a:pt x="204052" y="102584"/>
                      </a:moveTo>
                      <a:cubicBezTo>
                        <a:pt x="253280" y="151829"/>
                        <a:pt x="283749" y="214693"/>
                        <a:pt x="292129" y="282702"/>
                      </a:cubicBezTo>
                      <a:lnTo>
                        <a:pt x="304602" y="282702"/>
                      </a:lnTo>
                      <a:cubicBezTo>
                        <a:pt x="286130" y="128016"/>
                        <a:pt x="157871" y="6953"/>
                        <a:pt x="0" y="0"/>
                      </a:cubicBezTo>
                      <a:cubicBezTo>
                        <a:pt x="381" y="4667"/>
                        <a:pt x="857" y="8763"/>
                        <a:pt x="1333" y="12478"/>
                      </a:cubicBezTo>
                      <a:cubicBezTo>
                        <a:pt x="77888" y="16288"/>
                        <a:pt x="149397" y="48006"/>
                        <a:pt x="203957" y="102584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58" name="Google Shape;2558;p48"/>
                <p:cNvSpPr/>
                <p:nvPr/>
              </p:nvSpPr>
              <p:spPr>
                <a:xfrm>
                  <a:off x="5740961" y="5623813"/>
                  <a:ext cx="288605" cy="1590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605" h="159067" extrusionOk="0">
                      <a:moveTo>
                        <a:pt x="218811" y="76581"/>
                      </a:moveTo>
                      <a:cubicBezTo>
                        <a:pt x="218811" y="67437"/>
                        <a:pt x="225762" y="62865"/>
                        <a:pt x="229380" y="61722"/>
                      </a:cubicBezTo>
                      <a:lnTo>
                        <a:pt x="231475" y="61055"/>
                      </a:lnTo>
                      <a:lnTo>
                        <a:pt x="233665" y="61817"/>
                      </a:lnTo>
                      <a:cubicBezTo>
                        <a:pt x="237474" y="63246"/>
                        <a:pt x="243948" y="68009"/>
                        <a:pt x="243948" y="76676"/>
                      </a:cubicBezTo>
                      <a:lnTo>
                        <a:pt x="243948" y="140208"/>
                      </a:lnTo>
                      <a:lnTo>
                        <a:pt x="218716" y="140208"/>
                      </a:lnTo>
                      <a:lnTo>
                        <a:pt x="218716" y="76676"/>
                      </a:lnTo>
                      <a:close/>
                      <a:moveTo>
                        <a:pt x="174725" y="140684"/>
                      </a:moveTo>
                      <a:lnTo>
                        <a:pt x="113976" y="140684"/>
                      </a:lnTo>
                      <a:lnTo>
                        <a:pt x="113976" y="73343"/>
                      </a:lnTo>
                      <a:cubicBezTo>
                        <a:pt x="113976" y="47911"/>
                        <a:pt x="132734" y="35338"/>
                        <a:pt x="142637" y="32195"/>
                      </a:cubicBezTo>
                      <a:lnTo>
                        <a:pt x="144541" y="31718"/>
                      </a:lnTo>
                      <a:lnTo>
                        <a:pt x="146445" y="32385"/>
                      </a:lnTo>
                      <a:cubicBezTo>
                        <a:pt x="147493" y="32766"/>
                        <a:pt x="174725" y="43148"/>
                        <a:pt x="174725" y="73343"/>
                      </a:cubicBezTo>
                      <a:lnTo>
                        <a:pt x="174725" y="140684"/>
                      </a:lnTo>
                      <a:close/>
                      <a:moveTo>
                        <a:pt x="69795" y="140113"/>
                      </a:moveTo>
                      <a:lnTo>
                        <a:pt x="44562" y="140113"/>
                      </a:lnTo>
                      <a:lnTo>
                        <a:pt x="44562" y="76581"/>
                      </a:lnTo>
                      <a:cubicBezTo>
                        <a:pt x="44562" y="67437"/>
                        <a:pt x="51513" y="62865"/>
                        <a:pt x="55226" y="61722"/>
                      </a:cubicBezTo>
                      <a:lnTo>
                        <a:pt x="57416" y="61055"/>
                      </a:lnTo>
                      <a:lnTo>
                        <a:pt x="59511" y="61817"/>
                      </a:lnTo>
                      <a:cubicBezTo>
                        <a:pt x="63320" y="63246"/>
                        <a:pt x="69795" y="68009"/>
                        <a:pt x="69795" y="76676"/>
                      </a:cubicBezTo>
                      <a:lnTo>
                        <a:pt x="69795" y="140208"/>
                      </a:lnTo>
                      <a:close/>
                      <a:moveTo>
                        <a:pt x="144255" y="0"/>
                      </a:moveTo>
                      <a:lnTo>
                        <a:pt x="98455" y="32099"/>
                      </a:lnTo>
                      <a:lnTo>
                        <a:pt x="0" y="32099"/>
                      </a:lnTo>
                      <a:lnTo>
                        <a:pt x="0" y="159068"/>
                      </a:lnTo>
                      <a:lnTo>
                        <a:pt x="288606" y="159068"/>
                      </a:lnTo>
                      <a:lnTo>
                        <a:pt x="288606" y="32099"/>
                      </a:lnTo>
                      <a:lnTo>
                        <a:pt x="190150" y="32099"/>
                      </a:lnTo>
                      <a:lnTo>
                        <a:pt x="14425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59" name="Google Shape;2559;p48"/>
                <p:cNvSpPr/>
                <p:nvPr/>
              </p:nvSpPr>
              <p:spPr>
                <a:xfrm>
                  <a:off x="5819516" y="5429599"/>
                  <a:ext cx="131686" cy="166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86" h="166211" extrusionOk="0">
                      <a:moveTo>
                        <a:pt x="78650" y="103442"/>
                      </a:moveTo>
                      <a:lnTo>
                        <a:pt x="53036" y="103442"/>
                      </a:lnTo>
                      <a:lnTo>
                        <a:pt x="53036" y="28861"/>
                      </a:lnTo>
                      <a:cubicBezTo>
                        <a:pt x="53036" y="19622"/>
                        <a:pt x="60083" y="14859"/>
                        <a:pt x="63796" y="13811"/>
                      </a:cubicBezTo>
                      <a:lnTo>
                        <a:pt x="65986" y="13049"/>
                      </a:lnTo>
                      <a:lnTo>
                        <a:pt x="68176" y="13811"/>
                      </a:lnTo>
                      <a:cubicBezTo>
                        <a:pt x="71985" y="15335"/>
                        <a:pt x="78650" y="20098"/>
                        <a:pt x="78650" y="28861"/>
                      </a:cubicBezTo>
                      <a:lnTo>
                        <a:pt x="78650" y="103442"/>
                      </a:lnTo>
                      <a:close/>
                      <a:moveTo>
                        <a:pt x="30375" y="107252"/>
                      </a:moveTo>
                      <a:lnTo>
                        <a:pt x="15140" y="112776"/>
                      </a:lnTo>
                      <a:lnTo>
                        <a:pt x="15140" y="38195"/>
                      </a:lnTo>
                      <a:cubicBezTo>
                        <a:pt x="15140" y="23717"/>
                        <a:pt x="22852" y="19526"/>
                        <a:pt x="22852" y="19526"/>
                      </a:cubicBezTo>
                      <a:cubicBezTo>
                        <a:pt x="22852" y="19526"/>
                        <a:pt x="30375" y="23717"/>
                        <a:pt x="30375" y="32576"/>
                      </a:cubicBezTo>
                      <a:lnTo>
                        <a:pt x="30375" y="107156"/>
                      </a:lnTo>
                      <a:close/>
                      <a:moveTo>
                        <a:pt x="101312" y="32671"/>
                      </a:moveTo>
                      <a:cubicBezTo>
                        <a:pt x="101312" y="23813"/>
                        <a:pt x="108834" y="19622"/>
                        <a:pt x="108834" y="19622"/>
                      </a:cubicBezTo>
                      <a:cubicBezTo>
                        <a:pt x="108834" y="19622"/>
                        <a:pt x="116547" y="23813"/>
                        <a:pt x="116547" y="38291"/>
                      </a:cubicBezTo>
                      <a:lnTo>
                        <a:pt x="116547" y="112871"/>
                      </a:lnTo>
                      <a:lnTo>
                        <a:pt x="101407" y="107347"/>
                      </a:lnTo>
                      <a:lnTo>
                        <a:pt x="101407" y="32766"/>
                      </a:lnTo>
                      <a:close/>
                      <a:moveTo>
                        <a:pt x="116071" y="166211"/>
                      </a:moveTo>
                      <a:lnTo>
                        <a:pt x="131686" y="166211"/>
                      </a:lnTo>
                      <a:lnTo>
                        <a:pt x="131686" y="13049"/>
                      </a:lnTo>
                      <a:lnTo>
                        <a:pt x="95980" y="0"/>
                      </a:lnTo>
                      <a:lnTo>
                        <a:pt x="35707" y="0"/>
                      </a:lnTo>
                      <a:lnTo>
                        <a:pt x="0" y="13049"/>
                      </a:lnTo>
                      <a:lnTo>
                        <a:pt x="0" y="166211"/>
                      </a:lnTo>
                      <a:lnTo>
                        <a:pt x="15806" y="166211"/>
                      </a:lnTo>
                      <a:lnTo>
                        <a:pt x="50751" y="141732"/>
                      </a:lnTo>
                      <a:cubicBezTo>
                        <a:pt x="49989" y="139922"/>
                        <a:pt x="49609" y="137922"/>
                        <a:pt x="49609" y="135827"/>
                      </a:cubicBezTo>
                      <a:cubicBezTo>
                        <a:pt x="49609" y="126873"/>
                        <a:pt x="56940" y="119539"/>
                        <a:pt x="65891" y="119539"/>
                      </a:cubicBezTo>
                      <a:cubicBezTo>
                        <a:pt x="74841" y="119539"/>
                        <a:pt x="82173" y="126873"/>
                        <a:pt x="82173" y="135827"/>
                      </a:cubicBezTo>
                      <a:cubicBezTo>
                        <a:pt x="82173" y="137922"/>
                        <a:pt x="81792" y="139922"/>
                        <a:pt x="81030" y="141732"/>
                      </a:cubicBezTo>
                      <a:lnTo>
                        <a:pt x="116071" y="1662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60" name="Google Shape;2560;p48"/>
                <p:cNvSpPr/>
                <p:nvPr/>
              </p:nvSpPr>
              <p:spPr>
                <a:xfrm>
                  <a:off x="5564713" y="5680011"/>
                  <a:ext cx="106263" cy="8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63" h="80200" extrusionOk="0">
                      <a:moveTo>
                        <a:pt x="106263" y="0"/>
                      </a:moveTo>
                      <a:lnTo>
                        <a:pt x="0" y="0"/>
                      </a:lnTo>
                      <a:cubicBezTo>
                        <a:pt x="2095" y="27908"/>
                        <a:pt x="7713" y="54769"/>
                        <a:pt x="16473" y="80201"/>
                      </a:cubicBezTo>
                      <a:lnTo>
                        <a:pt x="106263" y="80201"/>
                      </a:lnTo>
                      <a:lnTo>
                        <a:pt x="10626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561" name="Google Shape;2561;p48"/>
              <p:cNvSpPr/>
              <p:nvPr/>
            </p:nvSpPr>
            <p:spPr>
              <a:xfrm>
                <a:off x="5741056" y="5577332"/>
                <a:ext cx="288605" cy="64960"/>
              </a:xfrm>
              <a:custGeom>
                <a:avLst/>
                <a:gdLst/>
                <a:ahLst/>
                <a:cxnLst/>
                <a:rect l="l" t="t" r="r" b="b"/>
                <a:pathLst>
                  <a:path w="288605" h="64960" extrusionOk="0">
                    <a:moveTo>
                      <a:pt x="288606" y="32099"/>
                    </a:moveTo>
                    <a:lnTo>
                      <a:pt x="190150" y="32099"/>
                    </a:lnTo>
                    <a:lnTo>
                      <a:pt x="144255" y="0"/>
                    </a:lnTo>
                    <a:lnTo>
                      <a:pt x="98455" y="32099"/>
                    </a:lnTo>
                    <a:lnTo>
                      <a:pt x="0" y="32099"/>
                    </a:lnTo>
                    <a:lnTo>
                      <a:pt x="0" y="64960"/>
                    </a:lnTo>
                    <a:lnTo>
                      <a:pt x="94171" y="64960"/>
                    </a:lnTo>
                    <a:lnTo>
                      <a:pt x="144255" y="29813"/>
                    </a:lnTo>
                    <a:lnTo>
                      <a:pt x="194435" y="64960"/>
                    </a:lnTo>
                    <a:lnTo>
                      <a:pt x="288606" y="64960"/>
                    </a:lnTo>
                    <a:lnTo>
                      <a:pt x="288606" y="320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grpSp>
            <p:nvGrpSpPr>
              <p:cNvPr id="2562" name="Google Shape;2562;p48"/>
              <p:cNvGrpSpPr/>
              <p:nvPr/>
            </p:nvGrpSpPr>
            <p:grpSpPr>
              <a:xfrm>
                <a:off x="5586327" y="5632005"/>
                <a:ext cx="620154" cy="345090"/>
                <a:chOff x="5586327" y="5632005"/>
                <a:chExt cx="620154" cy="345090"/>
              </a:xfrm>
            </p:grpSpPr>
            <p:sp>
              <p:nvSpPr>
                <p:cNvPr id="2563" name="Google Shape;2563;p48"/>
                <p:cNvSpPr/>
                <p:nvPr/>
              </p:nvSpPr>
              <p:spPr>
                <a:xfrm>
                  <a:off x="5786570" y="5891085"/>
                  <a:ext cx="199386" cy="86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386" h="86010" extrusionOk="0">
                      <a:moveTo>
                        <a:pt x="71699" y="0"/>
                      </a:moveTo>
                      <a:lnTo>
                        <a:pt x="0" y="70580"/>
                      </a:lnTo>
                      <a:cubicBezTo>
                        <a:pt x="31041" y="80581"/>
                        <a:pt x="64272" y="86011"/>
                        <a:pt x="98646" y="86011"/>
                      </a:cubicBezTo>
                      <a:cubicBezTo>
                        <a:pt x="133020" y="86011"/>
                        <a:pt x="167679" y="80296"/>
                        <a:pt x="199386" y="69914"/>
                      </a:cubicBezTo>
                      <a:lnTo>
                        <a:pt x="128259" y="0"/>
                      </a:lnTo>
                      <a:lnTo>
                        <a:pt x="7169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64" name="Google Shape;2564;p48"/>
                <p:cNvSpPr/>
                <p:nvPr/>
              </p:nvSpPr>
              <p:spPr>
                <a:xfrm>
                  <a:off x="5934254" y="5891085"/>
                  <a:ext cx="169678" cy="64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78" h="64579" extrusionOk="0">
                      <a:moveTo>
                        <a:pt x="66557" y="64579"/>
                      </a:moveTo>
                      <a:cubicBezTo>
                        <a:pt x="105025" y="49721"/>
                        <a:pt x="139970" y="27623"/>
                        <a:pt x="169678" y="0"/>
                      </a:cubicBezTo>
                      <a:lnTo>
                        <a:pt x="0" y="0"/>
                      </a:lnTo>
                      <a:lnTo>
                        <a:pt x="66557" y="64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65" name="Google Shape;2565;p48"/>
                <p:cNvSpPr/>
                <p:nvPr/>
              </p:nvSpPr>
              <p:spPr>
                <a:xfrm>
                  <a:off x="5666405" y="5891085"/>
                  <a:ext cx="172439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439" h="65341" extrusionOk="0">
                      <a:moveTo>
                        <a:pt x="0" y="0"/>
                      </a:moveTo>
                      <a:cubicBezTo>
                        <a:pt x="30184" y="28099"/>
                        <a:pt x="65796" y="50483"/>
                        <a:pt x="105121" y="65342"/>
                      </a:cubicBezTo>
                      <a:lnTo>
                        <a:pt x="17244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66" name="Google Shape;2566;p48"/>
                <p:cNvSpPr/>
                <p:nvPr/>
              </p:nvSpPr>
              <p:spPr>
                <a:xfrm>
                  <a:off x="6099361" y="5632005"/>
                  <a:ext cx="107120" cy="3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0" h="32575" extrusionOk="0">
                      <a:moveTo>
                        <a:pt x="106359" y="95"/>
                      </a:moveTo>
                      <a:lnTo>
                        <a:pt x="0" y="95"/>
                      </a:lnTo>
                      <a:lnTo>
                        <a:pt x="0" y="32576"/>
                      </a:lnTo>
                      <a:lnTo>
                        <a:pt x="107025" y="32576"/>
                      </a:lnTo>
                      <a:cubicBezTo>
                        <a:pt x="107025" y="29623"/>
                        <a:pt x="107120" y="26670"/>
                        <a:pt x="107120" y="23622"/>
                      </a:cubicBezTo>
                      <a:cubicBezTo>
                        <a:pt x="107120" y="15716"/>
                        <a:pt x="106835" y="7810"/>
                        <a:pt x="106263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67" name="Google Shape;2567;p48"/>
                <p:cNvSpPr/>
                <p:nvPr/>
              </p:nvSpPr>
              <p:spPr>
                <a:xfrm>
                  <a:off x="5586327" y="5774118"/>
                  <a:ext cx="84648" cy="10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8" h="102869" extrusionOk="0">
                      <a:moveTo>
                        <a:pt x="84649" y="102584"/>
                      </a:moveTo>
                      <a:lnTo>
                        <a:pt x="84649" y="102584"/>
                      </a:lnTo>
                      <a:lnTo>
                        <a:pt x="84649" y="0"/>
                      </a:lnTo>
                      <a:lnTo>
                        <a:pt x="0" y="0"/>
                      </a:lnTo>
                      <a:cubicBezTo>
                        <a:pt x="15235" y="38481"/>
                        <a:pt x="37706" y="73342"/>
                        <a:pt x="65700" y="102870"/>
                      </a:cubicBezTo>
                      <a:lnTo>
                        <a:pt x="84649" y="102870"/>
                      </a:lnTo>
                      <a:lnTo>
                        <a:pt x="84649" y="1026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68" name="Google Shape;2568;p48"/>
                <p:cNvSpPr/>
                <p:nvPr/>
              </p:nvSpPr>
              <p:spPr>
                <a:xfrm>
                  <a:off x="6099361" y="5680011"/>
                  <a:ext cx="106263" cy="8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63" h="80200" extrusionOk="0">
                      <a:moveTo>
                        <a:pt x="0" y="80201"/>
                      </a:moveTo>
                      <a:lnTo>
                        <a:pt x="89791" y="80201"/>
                      </a:lnTo>
                      <a:cubicBezTo>
                        <a:pt x="98551" y="54769"/>
                        <a:pt x="104168" y="27908"/>
                        <a:pt x="106263" y="0"/>
                      </a:cubicBezTo>
                      <a:lnTo>
                        <a:pt x="0" y="0"/>
                      </a:lnTo>
                      <a:lnTo>
                        <a:pt x="0" y="8020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  <p:sp>
              <p:nvSpPr>
                <p:cNvPr id="2569" name="Google Shape;2569;p48"/>
                <p:cNvSpPr/>
                <p:nvPr/>
              </p:nvSpPr>
              <p:spPr>
                <a:xfrm>
                  <a:off x="6099361" y="5774118"/>
                  <a:ext cx="84648" cy="10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648" h="102869" extrusionOk="0">
                      <a:moveTo>
                        <a:pt x="0" y="102870"/>
                      </a:moveTo>
                      <a:lnTo>
                        <a:pt x="18948" y="102870"/>
                      </a:lnTo>
                      <a:cubicBezTo>
                        <a:pt x="46942" y="73342"/>
                        <a:pt x="69414" y="38481"/>
                        <a:pt x="84649" y="0"/>
                      </a:cubicBezTo>
                      <a:lnTo>
                        <a:pt x="0" y="0"/>
                      </a:lnTo>
                      <a:lnTo>
                        <a:pt x="0" y="10287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55450" tIns="27725" rIns="55450" bIns="277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100"/>
                </a:p>
              </p:txBody>
            </p:sp>
          </p:grpSp>
          <p:sp>
            <p:nvSpPr>
              <p:cNvPr id="2570" name="Google Shape;2570;p48"/>
              <p:cNvSpPr/>
              <p:nvPr/>
            </p:nvSpPr>
            <p:spPr>
              <a:xfrm>
                <a:off x="5920447" y="5876702"/>
                <a:ext cx="109976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109976" h="190" extrusionOk="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71" name="Google Shape;2571;p48"/>
              <p:cNvSpPr/>
              <p:nvPr/>
            </p:nvSpPr>
            <p:spPr>
              <a:xfrm>
                <a:off x="5740295" y="5876702"/>
                <a:ext cx="109976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109976" h="190" extrusionOk="0">
                    <a:moveTo>
                      <a:pt x="0" y="0"/>
                    </a:moveTo>
                    <a:lnTo>
                      <a:pt x="109977" y="0"/>
                    </a:lnTo>
                    <a:lnTo>
                      <a:pt x="109977" y="190"/>
                    </a:lnTo>
                    <a:lnTo>
                      <a:pt x="0" y="1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72" name="Google Shape;2572;p48"/>
              <p:cNvSpPr/>
              <p:nvPr/>
            </p:nvSpPr>
            <p:spPr>
              <a:xfrm>
                <a:off x="5740295" y="5796787"/>
                <a:ext cx="290129" cy="79914"/>
              </a:xfrm>
              <a:custGeom>
                <a:avLst/>
                <a:gdLst/>
                <a:ahLst/>
                <a:cxnLst/>
                <a:rect l="l" t="t" r="r" b="b"/>
                <a:pathLst>
                  <a:path w="290129" h="79914" extrusionOk="0">
                    <a:moveTo>
                      <a:pt x="109977" y="54674"/>
                    </a:moveTo>
                    <a:cubicBezTo>
                      <a:pt x="109977" y="41339"/>
                      <a:pt x="118261" y="29337"/>
                      <a:pt x="130734" y="24670"/>
                    </a:cubicBezTo>
                    <a:lnTo>
                      <a:pt x="134067" y="23431"/>
                    </a:lnTo>
                    <a:cubicBezTo>
                      <a:pt x="141303" y="20765"/>
                      <a:pt x="149207" y="20765"/>
                      <a:pt x="156443" y="23431"/>
                    </a:cubicBezTo>
                    <a:lnTo>
                      <a:pt x="159490" y="24575"/>
                    </a:lnTo>
                    <a:cubicBezTo>
                      <a:pt x="171964" y="29337"/>
                      <a:pt x="180152" y="41243"/>
                      <a:pt x="180152" y="54578"/>
                    </a:cubicBezTo>
                    <a:lnTo>
                      <a:pt x="180152" y="79915"/>
                    </a:lnTo>
                    <a:lnTo>
                      <a:pt x="290129" y="79915"/>
                    </a:lnTo>
                    <a:lnTo>
                      <a:pt x="290129" y="0"/>
                    </a:lnTo>
                    <a:lnTo>
                      <a:pt x="0" y="0"/>
                    </a:lnTo>
                    <a:lnTo>
                      <a:pt x="0" y="79915"/>
                    </a:lnTo>
                    <a:lnTo>
                      <a:pt x="109977" y="79915"/>
                    </a:lnTo>
                    <a:lnTo>
                      <a:pt x="109977" y="546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73" name="Google Shape;2573;p48"/>
              <p:cNvSpPr/>
              <p:nvPr/>
            </p:nvSpPr>
            <p:spPr>
              <a:xfrm>
                <a:off x="5686592" y="5557519"/>
                <a:ext cx="39039" cy="319182"/>
              </a:xfrm>
              <a:custGeom>
                <a:avLst/>
                <a:gdLst/>
                <a:ahLst/>
                <a:cxnLst/>
                <a:rect l="l" t="t" r="r" b="b"/>
                <a:pathLst>
                  <a:path w="39039" h="319182" extrusionOk="0">
                    <a:moveTo>
                      <a:pt x="26185" y="0"/>
                    </a:move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lnTo>
                      <a:pt x="2618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74" name="Google Shape;2574;p48"/>
              <p:cNvSpPr/>
              <p:nvPr/>
            </p:nvSpPr>
            <p:spPr>
              <a:xfrm>
                <a:off x="6044802" y="5557519"/>
                <a:ext cx="39039" cy="319182"/>
              </a:xfrm>
              <a:custGeom>
                <a:avLst/>
                <a:gdLst/>
                <a:ahLst/>
                <a:cxnLst/>
                <a:rect l="l" t="t" r="r" b="b"/>
                <a:pathLst>
                  <a:path w="39039" h="319182" extrusionOk="0">
                    <a:moveTo>
                      <a:pt x="39039" y="0"/>
                    </a:moveTo>
                    <a:lnTo>
                      <a:pt x="26185" y="0"/>
                    </a:lnTo>
                    <a:lnTo>
                      <a:pt x="26185" y="26670"/>
                    </a:lnTo>
                    <a:lnTo>
                      <a:pt x="12950" y="26670"/>
                    </a:lnTo>
                    <a:lnTo>
                      <a:pt x="12950" y="0"/>
                    </a:lnTo>
                    <a:lnTo>
                      <a:pt x="0" y="0"/>
                    </a:lnTo>
                    <a:lnTo>
                      <a:pt x="0" y="319183"/>
                    </a:lnTo>
                    <a:lnTo>
                      <a:pt x="39039" y="319183"/>
                    </a:lnTo>
                    <a:lnTo>
                      <a:pt x="390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75" name="Google Shape;2575;p48"/>
              <p:cNvSpPr/>
              <p:nvPr/>
            </p:nvSpPr>
            <p:spPr>
              <a:xfrm>
                <a:off x="6047563" y="5460650"/>
                <a:ext cx="37896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7896" h="57150" extrusionOk="0">
                    <a:moveTo>
                      <a:pt x="35516" y="28480"/>
                    </a:moveTo>
                    <a:cubicBezTo>
                      <a:pt x="33993" y="25718"/>
                      <a:pt x="31803" y="23431"/>
                      <a:pt x="29137" y="21812"/>
                    </a:cubicBezTo>
                    <a:cubicBezTo>
                      <a:pt x="26471" y="20193"/>
                      <a:pt x="23424" y="19336"/>
                      <a:pt x="19996" y="19336"/>
                    </a:cubicBezTo>
                    <a:cubicBezTo>
                      <a:pt x="17901" y="19336"/>
                      <a:pt x="15997" y="19717"/>
                      <a:pt x="14092" y="20383"/>
                    </a:cubicBezTo>
                    <a:cubicBezTo>
                      <a:pt x="12283" y="21145"/>
                      <a:pt x="10760" y="22003"/>
                      <a:pt x="9712" y="23050"/>
                    </a:cubicBezTo>
                    <a:lnTo>
                      <a:pt x="9427" y="23050"/>
                    </a:lnTo>
                    <a:lnTo>
                      <a:pt x="11236" y="7334"/>
                    </a:lnTo>
                    <a:lnTo>
                      <a:pt x="35135" y="7334"/>
                    </a:lnTo>
                    <a:lnTo>
                      <a:pt x="35135" y="0"/>
                    </a:lnTo>
                    <a:lnTo>
                      <a:pt x="4190" y="0"/>
                    </a:lnTo>
                    <a:lnTo>
                      <a:pt x="1047" y="28384"/>
                    </a:lnTo>
                    <a:lnTo>
                      <a:pt x="8855" y="29527"/>
                    </a:lnTo>
                    <a:cubicBezTo>
                      <a:pt x="9903" y="28575"/>
                      <a:pt x="11331" y="27813"/>
                      <a:pt x="13045" y="27242"/>
                    </a:cubicBezTo>
                    <a:cubicBezTo>
                      <a:pt x="14759" y="26670"/>
                      <a:pt x="16473" y="26384"/>
                      <a:pt x="18187" y="26384"/>
                    </a:cubicBezTo>
                    <a:cubicBezTo>
                      <a:pt x="20377" y="26384"/>
                      <a:pt x="22376" y="26956"/>
                      <a:pt x="24090" y="28003"/>
                    </a:cubicBezTo>
                    <a:cubicBezTo>
                      <a:pt x="25804" y="29051"/>
                      <a:pt x="27137" y="30480"/>
                      <a:pt x="28185" y="32194"/>
                    </a:cubicBezTo>
                    <a:cubicBezTo>
                      <a:pt x="29137" y="34004"/>
                      <a:pt x="29708" y="36004"/>
                      <a:pt x="29708" y="38291"/>
                    </a:cubicBezTo>
                    <a:cubicBezTo>
                      <a:pt x="29708" y="40576"/>
                      <a:pt x="29232" y="42577"/>
                      <a:pt x="28280" y="44291"/>
                    </a:cubicBezTo>
                    <a:cubicBezTo>
                      <a:pt x="27328" y="46006"/>
                      <a:pt x="25994" y="47434"/>
                      <a:pt x="24281" y="48387"/>
                    </a:cubicBezTo>
                    <a:cubicBezTo>
                      <a:pt x="22567" y="49340"/>
                      <a:pt x="20662" y="49911"/>
                      <a:pt x="18472" y="49911"/>
                    </a:cubicBezTo>
                    <a:cubicBezTo>
                      <a:pt x="15806" y="49911"/>
                      <a:pt x="13426" y="49149"/>
                      <a:pt x="11521" y="47625"/>
                    </a:cubicBezTo>
                    <a:cubicBezTo>
                      <a:pt x="9617" y="46101"/>
                      <a:pt x="8474" y="44101"/>
                      <a:pt x="8284" y="41624"/>
                    </a:cubicBezTo>
                    <a:lnTo>
                      <a:pt x="0" y="41624"/>
                    </a:lnTo>
                    <a:cubicBezTo>
                      <a:pt x="95" y="44577"/>
                      <a:pt x="952" y="47244"/>
                      <a:pt x="2666" y="49625"/>
                    </a:cubicBezTo>
                    <a:cubicBezTo>
                      <a:pt x="4285" y="51911"/>
                      <a:pt x="6475" y="53816"/>
                      <a:pt x="9236" y="55150"/>
                    </a:cubicBezTo>
                    <a:cubicBezTo>
                      <a:pt x="11997" y="56483"/>
                      <a:pt x="15044" y="57150"/>
                      <a:pt x="18472" y="57150"/>
                    </a:cubicBezTo>
                    <a:cubicBezTo>
                      <a:pt x="22281" y="57150"/>
                      <a:pt x="25614" y="56293"/>
                      <a:pt x="28565" y="54673"/>
                    </a:cubicBezTo>
                    <a:cubicBezTo>
                      <a:pt x="31517" y="53054"/>
                      <a:pt x="33802" y="50768"/>
                      <a:pt x="35421" y="47911"/>
                    </a:cubicBezTo>
                    <a:cubicBezTo>
                      <a:pt x="37040" y="45053"/>
                      <a:pt x="37897" y="41815"/>
                      <a:pt x="37897" y="38100"/>
                    </a:cubicBezTo>
                    <a:cubicBezTo>
                      <a:pt x="37897" y="34480"/>
                      <a:pt x="37135" y="31242"/>
                      <a:pt x="35611" y="2838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76" name="Google Shape;2576;p48"/>
              <p:cNvSpPr/>
              <p:nvPr/>
            </p:nvSpPr>
            <p:spPr>
              <a:xfrm>
                <a:off x="5995479" y="5460745"/>
                <a:ext cx="42181" cy="56292"/>
              </a:xfrm>
              <a:custGeom>
                <a:avLst/>
                <a:gdLst/>
                <a:ahLst/>
                <a:cxnLst/>
                <a:rect l="l" t="t" r="r" b="b"/>
                <a:pathLst>
                  <a:path w="42181" h="56292" extrusionOk="0">
                    <a:moveTo>
                      <a:pt x="26756" y="38100"/>
                    </a:moveTo>
                    <a:lnTo>
                      <a:pt x="8951" y="38100"/>
                    </a:lnTo>
                    <a:lnTo>
                      <a:pt x="8951" y="37624"/>
                    </a:lnTo>
                    <a:lnTo>
                      <a:pt x="26375" y="10097"/>
                    </a:lnTo>
                    <a:lnTo>
                      <a:pt x="26851" y="10097"/>
                    </a:lnTo>
                    <a:lnTo>
                      <a:pt x="26851" y="38100"/>
                    </a:lnTo>
                    <a:close/>
                    <a:moveTo>
                      <a:pt x="34850" y="0"/>
                    </a:moveTo>
                    <a:lnTo>
                      <a:pt x="24376" y="0"/>
                    </a:lnTo>
                    <a:lnTo>
                      <a:pt x="0" y="38481"/>
                    </a:lnTo>
                    <a:lnTo>
                      <a:pt x="0" y="45339"/>
                    </a:lnTo>
                    <a:lnTo>
                      <a:pt x="26661" y="45339"/>
                    </a:lnTo>
                    <a:lnTo>
                      <a:pt x="26661" y="56293"/>
                    </a:lnTo>
                    <a:lnTo>
                      <a:pt x="34755" y="56293"/>
                    </a:lnTo>
                    <a:lnTo>
                      <a:pt x="34755" y="45339"/>
                    </a:lnTo>
                    <a:lnTo>
                      <a:pt x="42182" y="45339"/>
                    </a:lnTo>
                    <a:lnTo>
                      <a:pt x="42182" y="38100"/>
                    </a:lnTo>
                    <a:lnTo>
                      <a:pt x="34755" y="38100"/>
                    </a:lnTo>
                    <a:lnTo>
                      <a:pt x="3475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77" name="Google Shape;2577;p48"/>
              <p:cNvSpPr/>
              <p:nvPr/>
            </p:nvSpPr>
            <p:spPr>
              <a:xfrm>
                <a:off x="5724869" y="5459603"/>
                <a:ext cx="40467" cy="58578"/>
              </a:xfrm>
              <a:custGeom>
                <a:avLst/>
                <a:gdLst/>
                <a:ahLst/>
                <a:cxnLst/>
                <a:rect l="l" t="t" r="r" b="b"/>
                <a:pathLst>
                  <a:path w="40467" h="58578" extrusionOk="0">
                    <a:moveTo>
                      <a:pt x="30470" y="47053"/>
                    </a:moveTo>
                    <a:cubicBezTo>
                      <a:pt x="29518" y="48482"/>
                      <a:pt x="28185" y="49530"/>
                      <a:pt x="26471" y="50387"/>
                    </a:cubicBezTo>
                    <a:cubicBezTo>
                      <a:pt x="24757" y="51149"/>
                      <a:pt x="22662" y="51530"/>
                      <a:pt x="20377" y="51530"/>
                    </a:cubicBezTo>
                    <a:cubicBezTo>
                      <a:pt x="18091" y="51530"/>
                      <a:pt x="15901" y="51149"/>
                      <a:pt x="14187" y="50387"/>
                    </a:cubicBezTo>
                    <a:cubicBezTo>
                      <a:pt x="12474" y="49625"/>
                      <a:pt x="11141" y="48482"/>
                      <a:pt x="10188" y="47053"/>
                    </a:cubicBezTo>
                    <a:cubicBezTo>
                      <a:pt x="9236" y="45625"/>
                      <a:pt x="8760" y="44005"/>
                      <a:pt x="8760" y="42100"/>
                    </a:cubicBezTo>
                    <a:cubicBezTo>
                      <a:pt x="8760" y="40100"/>
                      <a:pt x="9236" y="38386"/>
                      <a:pt x="10188" y="36862"/>
                    </a:cubicBezTo>
                    <a:cubicBezTo>
                      <a:pt x="11141" y="35338"/>
                      <a:pt x="12569" y="34099"/>
                      <a:pt x="14283" y="33242"/>
                    </a:cubicBezTo>
                    <a:cubicBezTo>
                      <a:pt x="15997" y="32385"/>
                      <a:pt x="17996" y="31909"/>
                      <a:pt x="20281" y="31909"/>
                    </a:cubicBezTo>
                    <a:cubicBezTo>
                      <a:pt x="22567" y="31909"/>
                      <a:pt x="24471" y="32385"/>
                      <a:pt x="26185" y="33242"/>
                    </a:cubicBezTo>
                    <a:cubicBezTo>
                      <a:pt x="27899" y="34099"/>
                      <a:pt x="29327" y="35338"/>
                      <a:pt x="30279" y="36862"/>
                    </a:cubicBezTo>
                    <a:cubicBezTo>
                      <a:pt x="31327" y="38386"/>
                      <a:pt x="31803" y="40100"/>
                      <a:pt x="31803" y="42100"/>
                    </a:cubicBezTo>
                    <a:cubicBezTo>
                      <a:pt x="31803" y="44005"/>
                      <a:pt x="31327" y="45720"/>
                      <a:pt x="30375" y="47053"/>
                    </a:cubicBezTo>
                    <a:moveTo>
                      <a:pt x="10474" y="16002"/>
                    </a:moveTo>
                    <a:cubicBezTo>
                      <a:pt x="10474" y="14192"/>
                      <a:pt x="10855" y="12668"/>
                      <a:pt x="11712" y="11335"/>
                    </a:cubicBezTo>
                    <a:cubicBezTo>
                      <a:pt x="12474" y="10001"/>
                      <a:pt x="13711" y="8953"/>
                      <a:pt x="15140" y="8192"/>
                    </a:cubicBezTo>
                    <a:cubicBezTo>
                      <a:pt x="16568" y="7429"/>
                      <a:pt x="18282" y="7048"/>
                      <a:pt x="20281" y="7048"/>
                    </a:cubicBezTo>
                    <a:cubicBezTo>
                      <a:pt x="22281" y="7048"/>
                      <a:pt x="23900" y="7429"/>
                      <a:pt x="25328" y="8192"/>
                    </a:cubicBezTo>
                    <a:cubicBezTo>
                      <a:pt x="26756" y="8953"/>
                      <a:pt x="27899" y="9906"/>
                      <a:pt x="28756" y="11335"/>
                    </a:cubicBezTo>
                    <a:cubicBezTo>
                      <a:pt x="29613" y="12668"/>
                      <a:pt x="29994" y="14192"/>
                      <a:pt x="29994" y="16002"/>
                    </a:cubicBezTo>
                    <a:cubicBezTo>
                      <a:pt x="29994" y="17812"/>
                      <a:pt x="29518" y="19431"/>
                      <a:pt x="28661" y="20765"/>
                    </a:cubicBezTo>
                    <a:cubicBezTo>
                      <a:pt x="27804" y="22098"/>
                      <a:pt x="26661" y="23146"/>
                      <a:pt x="25233" y="23908"/>
                    </a:cubicBezTo>
                    <a:cubicBezTo>
                      <a:pt x="23804" y="24670"/>
                      <a:pt x="22091" y="25051"/>
                      <a:pt x="20186" y="25051"/>
                    </a:cubicBezTo>
                    <a:cubicBezTo>
                      <a:pt x="18282" y="25051"/>
                      <a:pt x="16568" y="24670"/>
                      <a:pt x="15044" y="23908"/>
                    </a:cubicBezTo>
                    <a:cubicBezTo>
                      <a:pt x="13521" y="23146"/>
                      <a:pt x="12378" y="22098"/>
                      <a:pt x="11617" y="20765"/>
                    </a:cubicBezTo>
                    <a:cubicBezTo>
                      <a:pt x="10760" y="19431"/>
                      <a:pt x="10379" y="17812"/>
                      <a:pt x="10379" y="16002"/>
                    </a:cubicBezTo>
                    <a:moveTo>
                      <a:pt x="34755" y="30861"/>
                    </a:moveTo>
                    <a:cubicBezTo>
                      <a:pt x="33041" y="29527"/>
                      <a:pt x="31136" y="28670"/>
                      <a:pt x="28946" y="28289"/>
                    </a:cubicBezTo>
                    <a:lnTo>
                      <a:pt x="28946" y="27908"/>
                    </a:lnTo>
                    <a:cubicBezTo>
                      <a:pt x="31708" y="27242"/>
                      <a:pt x="33993" y="25718"/>
                      <a:pt x="35707" y="23336"/>
                    </a:cubicBezTo>
                    <a:cubicBezTo>
                      <a:pt x="37421" y="20955"/>
                      <a:pt x="38278" y="18288"/>
                      <a:pt x="38278" y="15240"/>
                    </a:cubicBezTo>
                    <a:cubicBezTo>
                      <a:pt x="38278" y="12382"/>
                      <a:pt x="37421" y="9716"/>
                      <a:pt x="35897" y="7429"/>
                    </a:cubicBezTo>
                    <a:cubicBezTo>
                      <a:pt x="34278" y="5144"/>
                      <a:pt x="32184" y="3334"/>
                      <a:pt x="29422" y="2000"/>
                    </a:cubicBezTo>
                    <a:cubicBezTo>
                      <a:pt x="26661" y="667"/>
                      <a:pt x="23614" y="0"/>
                      <a:pt x="20091" y="0"/>
                    </a:cubicBezTo>
                    <a:cubicBezTo>
                      <a:pt x="16568" y="0"/>
                      <a:pt x="13426" y="667"/>
                      <a:pt x="10760" y="2000"/>
                    </a:cubicBezTo>
                    <a:cubicBezTo>
                      <a:pt x="7998" y="3334"/>
                      <a:pt x="5904" y="5144"/>
                      <a:pt x="4285" y="7429"/>
                    </a:cubicBezTo>
                    <a:cubicBezTo>
                      <a:pt x="2761" y="9716"/>
                      <a:pt x="1904" y="12287"/>
                      <a:pt x="2000" y="15240"/>
                    </a:cubicBezTo>
                    <a:cubicBezTo>
                      <a:pt x="2000" y="18288"/>
                      <a:pt x="2857" y="21050"/>
                      <a:pt x="4570" y="23336"/>
                    </a:cubicBezTo>
                    <a:cubicBezTo>
                      <a:pt x="6284" y="25718"/>
                      <a:pt x="8570" y="27242"/>
                      <a:pt x="11426" y="27908"/>
                    </a:cubicBezTo>
                    <a:lnTo>
                      <a:pt x="11426" y="28289"/>
                    </a:lnTo>
                    <a:cubicBezTo>
                      <a:pt x="9236" y="28670"/>
                      <a:pt x="7332" y="29527"/>
                      <a:pt x="5618" y="30861"/>
                    </a:cubicBezTo>
                    <a:cubicBezTo>
                      <a:pt x="3904" y="32195"/>
                      <a:pt x="2476" y="33909"/>
                      <a:pt x="1523" y="35909"/>
                    </a:cubicBezTo>
                    <a:cubicBezTo>
                      <a:pt x="476" y="37909"/>
                      <a:pt x="0" y="40196"/>
                      <a:pt x="0" y="42577"/>
                    </a:cubicBezTo>
                    <a:cubicBezTo>
                      <a:pt x="0" y="45625"/>
                      <a:pt x="857" y="48387"/>
                      <a:pt x="2571" y="50768"/>
                    </a:cubicBezTo>
                    <a:cubicBezTo>
                      <a:pt x="4285" y="53149"/>
                      <a:pt x="6665" y="55054"/>
                      <a:pt x="9712" y="56483"/>
                    </a:cubicBezTo>
                    <a:cubicBezTo>
                      <a:pt x="12759" y="57817"/>
                      <a:pt x="16282" y="58579"/>
                      <a:pt x="20281" y="58579"/>
                    </a:cubicBezTo>
                    <a:cubicBezTo>
                      <a:pt x="24281" y="58579"/>
                      <a:pt x="27708" y="57912"/>
                      <a:pt x="30755" y="56483"/>
                    </a:cubicBezTo>
                    <a:cubicBezTo>
                      <a:pt x="33802" y="55150"/>
                      <a:pt x="36183" y="53245"/>
                      <a:pt x="37897" y="50768"/>
                    </a:cubicBezTo>
                    <a:cubicBezTo>
                      <a:pt x="39611" y="48387"/>
                      <a:pt x="40468" y="45625"/>
                      <a:pt x="40468" y="42577"/>
                    </a:cubicBezTo>
                    <a:cubicBezTo>
                      <a:pt x="40468" y="40196"/>
                      <a:pt x="39896" y="37909"/>
                      <a:pt x="38944" y="35909"/>
                    </a:cubicBezTo>
                    <a:cubicBezTo>
                      <a:pt x="37897" y="33909"/>
                      <a:pt x="36564" y="32195"/>
                      <a:pt x="34850" y="3086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78" name="Google Shape;2578;p48"/>
              <p:cNvSpPr/>
              <p:nvPr/>
            </p:nvSpPr>
            <p:spPr>
              <a:xfrm>
                <a:off x="5684973" y="5460460"/>
                <a:ext cx="22566" cy="56959"/>
              </a:xfrm>
              <a:custGeom>
                <a:avLst/>
                <a:gdLst/>
                <a:ahLst/>
                <a:cxnLst/>
                <a:rect l="l" t="t" r="r" b="b"/>
                <a:pathLst>
                  <a:path w="22566" h="56959" extrusionOk="0">
                    <a:moveTo>
                      <a:pt x="0" y="9334"/>
                    </a:moveTo>
                    <a:lnTo>
                      <a:pt x="0" y="17526"/>
                    </a:lnTo>
                    <a:lnTo>
                      <a:pt x="13616" y="8668"/>
                    </a:lnTo>
                    <a:lnTo>
                      <a:pt x="13997" y="8668"/>
                    </a:lnTo>
                    <a:lnTo>
                      <a:pt x="13997" y="56959"/>
                    </a:lnTo>
                    <a:lnTo>
                      <a:pt x="22567" y="56959"/>
                    </a:lnTo>
                    <a:lnTo>
                      <a:pt x="22567" y="0"/>
                    </a:lnTo>
                    <a:lnTo>
                      <a:pt x="14187" y="0"/>
                    </a:lnTo>
                    <a:lnTo>
                      <a:pt x="0" y="93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</p:grpSp>
        <p:sp>
          <p:nvSpPr>
            <p:cNvPr id="2579" name="Google Shape;2579;p48"/>
            <p:cNvSpPr/>
            <p:nvPr/>
          </p:nvSpPr>
          <p:spPr>
            <a:xfrm>
              <a:off x="8175780" y="5213953"/>
              <a:ext cx="49513" cy="856107"/>
            </a:xfrm>
            <a:custGeom>
              <a:avLst/>
              <a:gdLst/>
              <a:ahLst/>
              <a:cxnLst/>
              <a:rect l="l" t="t" r="r" b="b"/>
              <a:pathLst>
                <a:path w="49513" h="856107" extrusionOk="0">
                  <a:moveTo>
                    <a:pt x="0" y="0"/>
                  </a:moveTo>
                  <a:lnTo>
                    <a:pt x="49514" y="0"/>
                  </a:lnTo>
                  <a:lnTo>
                    <a:pt x="49514" y="856107"/>
                  </a:lnTo>
                  <a:lnTo>
                    <a:pt x="0" y="856107"/>
                  </a:lnTo>
                  <a:close/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pic>
          <p:nvPicPr>
            <p:cNvPr id="2580" name="Google Shape;2580;p4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637111" y="5686107"/>
              <a:ext cx="1051206" cy="363473"/>
            </a:xfrm>
            <a:custGeom>
              <a:avLst/>
              <a:gdLst/>
              <a:ahLst/>
              <a:cxnLst/>
              <a:rect l="l" t="t" r="r" b="b"/>
              <a:pathLst>
                <a:path w="1051206" h="363473" extrusionOk="0">
                  <a:moveTo>
                    <a:pt x="172" y="1"/>
                  </a:moveTo>
                  <a:lnTo>
                    <a:pt x="1051378" y="1"/>
                  </a:lnTo>
                  <a:lnTo>
                    <a:pt x="1051378" y="363475"/>
                  </a:lnTo>
                  <a:lnTo>
                    <a:pt x="172" y="363475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2581" name="Google Shape;2581;p48"/>
            <p:cNvGrpSpPr/>
            <p:nvPr/>
          </p:nvGrpSpPr>
          <p:grpSpPr>
            <a:xfrm>
              <a:off x="8588264" y="5247862"/>
              <a:ext cx="1621085" cy="196500"/>
              <a:chOff x="8588264" y="5247862"/>
              <a:chExt cx="1621085" cy="196500"/>
            </a:xfrm>
          </p:grpSpPr>
          <p:sp>
            <p:nvSpPr>
              <p:cNvPr id="2582" name="Google Shape;2582;p48"/>
              <p:cNvSpPr/>
              <p:nvPr/>
            </p:nvSpPr>
            <p:spPr>
              <a:xfrm>
                <a:off x="8588264" y="5266055"/>
                <a:ext cx="47228" cy="132016"/>
              </a:xfrm>
              <a:custGeom>
                <a:avLst/>
                <a:gdLst/>
                <a:ahLst/>
                <a:cxnLst/>
                <a:rect l="l" t="t" r="r" b="b"/>
                <a:pathLst>
                  <a:path w="47228" h="132016" extrusionOk="0">
                    <a:moveTo>
                      <a:pt x="0" y="132016"/>
                    </a:moveTo>
                    <a:lnTo>
                      <a:pt x="0" y="128016"/>
                    </a:lnTo>
                    <a:lnTo>
                      <a:pt x="15806" y="122015"/>
                    </a:lnTo>
                    <a:lnTo>
                      <a:pt x="15806" y="10001"/>
                    </a:lnTo>
                    <a:lnTo>
                      <a:pt x="0" y="4001"/>
                    </a:lnTo>
                    <a:lnTo>
                      <a:pt x="0" y="0"/>
                    </a:lnTo>
                    <a:lnTo>
                      <a:pt x="47228" y="0"/>
                    </a:lnTo>
                    <a:lnTo>
                      <a:pt x="47228" y="4001"/>
                    </a:lnTo>
                    <a:lnTo>
                      <a:pt x="31422" y="10001"/>
                    </a:lnTo>
                    <a:lnTo>
                      <a:pt x="31422" y="122015"/>
                    </a:lnTo>
                    <a:lnTo>
                      <a:pt x="47228" y="128016"/>
                    </a:lnTo>
                    <a:lnTo>
                      <a:pt x="47228" y="132016"/>
                    </a:lnTo>
                    <a:lnTo>
                      <a:pt x="0" y="132016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83" name="Google Shape;2583;p48"/>
              <p:cNvSpPr/>
              <p:nvPr/>
            </p:nvSpPr>
            <p:spPr>
              <a:xfrm>
                <a:off x="8656821" y="5305964"/>
                <a:ext cx="97217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92106" extrusionOk="0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6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84" name="Google Shape;2584;p48"/>
              <p:cNvSpPr/>
              <p:nvPr/>
            </p:nvSpPr>
            <p:spPr>
              <a:xfrm>
                <a:off x="8817834" y="5306155"/>
                <a:ext cx="92075" cy="138207"/>
              </a:xfrm>
              <a:custGeom>
                <a:avLst/>
                <a:gdLst/>
                <a:ahLst/>
                <a:cxnLst/>
                <a:rect l="l" t="t" r="r" b="b"/>
                <a:pathLst>
                  <a:path w="92075" h="138207" extrusionOk="0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2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9" y="134969"/>
                    </a:lnTo>
                    <a:lnTo>
                      <a:pt x="40849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700" y="79820"/>
                      <a:pt x="72937" y="75724"/>
                      <a:pt x="75317" y="70104"/>
                    </a:cubicBezTo>
                    <a:cubicBezTo>
                      <a:pt x="77698" y="64389"/>
                      <a:pt x="78936" y="56959"/>
                      <a:pt x="78936" y="47816"/>
                    </a:cubicBezTo>
                    <a:cubicBezTo>
                      <a:pt x="78936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85" name="Google Shape;2585;p48"/>
              <p:cNvSpPr/>
              <p:nvPr/>
            </p:nvSpPr>
            <p:spPr>
              <a:xfrm>
                <a:off x="8926097" y="5306155"/>
                <a:ext cx="83125" cy="93916"/>
              </a:xfrm>
              <a:custGeom>
                <a:avLst/>
                <a:gdLst/>
                <a:ahLst/>
                <a:cxnLst/>
                <a:rect l="l" t="t" r="r" b="b"/>
                <a:pathLst>
                  <a:path w="83125" h="93916" extrusionOk="0">
                    <a:moveTo>
                      <a:pt x="21805" y="93917"/>
                    </a:moveTo>
                    <a:cubicBezTo>
                      <a:pt x="15521" y="93917"/>
                      <a:pt x="10379" y="92107"/>
                      <a:pt x="6189" y="88392"/>
                    </a:cubicBezTo>
                    <a:cubicBezTo>
                      <a:pt x="2095" y="84677"/>
                      <a:pt x="0" y="79629"/>
                      <a:pt x="0" y="73057"/>
                    </a:cubicBezTo>
                    <a:cubicBezTo>
                      <a:pt x="0" y="66484"/>
                      <a:pt x="2380" y="60960"/>
                      <a:pt x="7237" y="56483"/>
                    </a:cubicBezTo>
                    <a:cubicBezTo>
                      <a:pt x="11998" y="51911"/>
                      <a:pt x="19996" y="48387"/>
                      <a:pt x="31041" y="45720"/>
                    </a:cubicBezTo>
                    <a:lnTo>
                      <a:pt x="50465" y="40957"/>
                    </a:lnTo>
                    <a:lnTo>
                      <a:pt x="50465" y="25527"/>
                    </a:lnTo>
                    <a:cubicBezTo>
                      <a:pt x="50465" y="20479"/>
                      <a:pt x="48466" y="16288"/>
                      <a:pt x="44562" y="12954"/>
                    </a:cubicBezTo>
                    <a:cubicBezTo>
                      <a:pt x="40658" y="9620"/>
                      <a:pt x="36278" y="8001"/>
                      <a:pt x="31422" y="8001"/>
                    </a:cubicBezTo>
                    <a:cubicBezTo>
                      <a:pt x="26090" y="8001"/>
                      <a:pt x="22376" y="9239"/>
                      <a:pt x="20186" y="11811"/>
                    </a:cubicBezTo>
                    <a:cubicBezTo>
                      <a:pt x="18091" y="14383"/>
                      <a:pt x="16949" y="17812"/>
                      <a:pt x="16949" y="22193"/>
                    </a:cubicBezTo>
                    <a:lnTo>
                      <a:pt x="16949" y="28766"/>
                    </a:lnTo>
                    <a:lnTo>
                      <a:pt x="15997" y="29718"/>
                    </a:lnTo>
                    <a:lnTo>
                      <a:pt x="7617" y="29718"/>
                    </a:lnTo>
                    <a:cubicBezTo>
                      <a:pt x="5618" y="29718"/>
                      <a:pt x="4285" y="29432"/>
                      <a:pt x="3523" y="28861"/>
                    </a:cubicBezTo>
                    <a:cubicBezTo>
                      <a:pt x="2761" y="28289"/>
                      <a:pt x="2380" y="26860"/>
                      <a:pt x="2380" y="24575"/>
                    </a:cubicBezTo>
                    <a:cubicBezTo>
                      <a:pt x="2380" y="21812"/>
                      <a:pt x="3237" y="18955"/>
                      <a:pt x="4951" y="16002"/>
                    </a:cubicBezTo>
                    <a:cubicBezTo>
                      <a:pt x="6665" y="13049"/>
                      <a:pt x="9331" y="10573"/>
                      <a:pt x="12759" y="8382"/>
                    </a:cubicBezTo>
                    <a:cubicBezTo>
                      <a:pt x="16473" y="6001"/>
                      <a:pt x="20281" y="4001"/>
                      <a:pt x="24280" y="2381"/>
                    </a:cubicBezTo>
                    <a:cubicBezTo>
                      <a:pt x="28280" y="762"/>
                      <a:pt x="32184" y="0"/>
                      <a:pt x="36183" y="0"/>
                    </a:cubicBezTo>
                    <a:cubicBezTo>
                      <a:pt x="41229" y="0"/>
                      <a:pt x="45895" y="667"/>
                      <a:pt x="49989" y="2095"/>
                    </a:cubicBezTo>
                    <a:cubicBezTo>
                      <a:pt x="54084" y="3524"/>
                      <a:pt x="57416" y="5810"/>
                      <a:pt x="59987" y="8954"/>
                    </a:cubicBezTo>
                    <a:cubicBezTo>
                      <a:pt x="62558" y="12097"/>
                      <a:pt x="63796" y="16478"/>
                      <a:pt x="63796" y="21717"/>
                    </a:cubicBezTo>
                    <a:lnTo>
                      <a:pt x="63796" y="80772"/>
                    </a:lnTo>
                    <a:cubicBezTo>
                      <a:pt x="64843" y="81820"/>
                      <a:pt x="66177" y="82677"/>
                      <a:pt x="67795" y="83153"/>
                    </a:cubicBezTo>
                    <a:cubicBezTo>
                      <a:pt x="69414" y="83725"/>
                      <a:pt x="71413" y="83915"/>
                      <a:pt x="73984" y="83915"/>
                    </a:cubicBezTo>
                    <a:lnTo>
                      <a:pt x="82744" y="83915"/>
                    </a:lnTo>
                    <a:lnTo>
                      <a:pt x="83125" y="84296"/>
                    </a:lnTo>
                    <a:lnTo>
                      <a:pt x="83125" y="84677"/>
                    </a:lnTo>
                    <a:cubicBezTo>
                      <a:pt x="81792" y="86963"/>
                      <a:pt x="79793" y="89059"/>
                      <a:pt x="77031" y="90964"/>
                    </a:cubicBezTo>
                    <a:cubicBezTo>
                      <a:pt x="74270" y="92869"/>
                      <a:pt x="70842" y="93821"/>
                      <a:pt x="66748" y="93821"/>
                    </a:cubicBezTo>
                    <a:cubicBezTo>
                      <a:pt x="62653" y="93821"/>
                      <a:pt x="59035" y="92678"/>
                      <a:pt x="56559" y="90392"/>
                    </a:cubicBezTo>
                    <a:cubicBezTo>
                      <a:pt x="53989" y="88106"/>
                      <a:pt x="52275" y="85249"/>
                      <a:pt x="51323" y="81820"/>
                    </a:cubicBezTo>
                    <a:lnTo>
                      <a:pt x="50370" y="81820"/>
                    </a:lnTo>
                    <a:cubicBezTo>
                      <a:pt x="46942" y="85344"/>
                      <a:pt x="42658" y="88202"/>
                      <a:pt x="37706" y="90392"/>
                    </a:cubicBezTo>
                    <a:cubicBezTo>
                      <a:pt x="32755" y="92678"/>
                      <a:pt x="27423" y="93821"/>
                      <a:pt x="21805" y="93821"/>
                    </a:cubicBezTo>
                    <a:close/>
                    <a:moveTo>
                      <a:pt x="13426" y="69342"/>
                    </a:moveTo>
                    <a:cubicBezTo>
                      <a:pt x="13426" y="74009"/>
                      <a:pt x="14854" y="77533"/>
                      <a:pt x="17615" y="79820"/>
                    </a:cubicBezTo>
                    <a:cubicBezTo>
                      <a:pt x="20377" y="82201"/>
                      <a:pt x="24376" y="83344"/>
                      <a:pt x="29422" y="83344"/>
                    </a:cubicBezTo>
                    <a:cubicBezTo>
                      <a:pt x="32755" y="83344"/>
                      <a:pt x="36183" y="82963"/>
                      <a:pt x="39611" y="82106"/>
                    </a:cubicBezTo>
                    <a:cubicBezTo>
                      <a:pt x="43038" y="81344"/>
                      <a:pt x="46657" y="80010"/>
                      <a:pt x="50370" y="78105"/>
                    </a:cubicBezTo>
                    <a:lnTo>
                      <a:pt x="50370" y="46672"/>
                    </a:lnTo>
                    <a:cubicBezTo>
                      <a:pt x="39611" y="48768"/>
                      <a:pt x="31517" y="51054"/>
                      <a:pt x="26280" y="53245"/>
                    </a:cubicBezTo>
                    <a:cubicBezTo>
                      <a:pt x="21043" y="55435"/>
                      <a:pt x="17520" y="57912"/>
                      <a:pt x="15902" y="60579"/>
                    </a:cubicBezTo>
                    <a:cubicBezTo>
                      <a:pt x="14187" y="63151"/>
                      <a:pt x="13426" y="66104"/>
                      <a:pt x="13426" y="69247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86" name="Google Shape;2586;p48"/>
              <p:cNvSpPr/>
              <p:nvPr/>
            </p:nvSpPr>
            <p:spPr>
              <a:xfrm>
                <a:off x="9022648" y="5306059"/>
                <a:ext cx="63319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63319" h="92106" extrusionOk="0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29" y="13240"/>
                      <a:pt x="38087" y="14097"/>
                      <a:pt x="35135" y="15811"/>
                    </a:cubicBezTo>
                    <a:cubicBezTo>
                      <a:pt x="32183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87" name="Google Shape;2587;p48"/>
              <p:cNvSpPr/>
              <p:nvPr/>
            </p:nvSpPr>
            <p:spPr>
              <a:xfrm>
                <a:off x="9096347" y="5286057"/>
                <a:ext cx="59225" cy="114014"/>
              </a:xfrm>
              <a:custGeom>
                <a:avLst/>
                <a:gdLst/>
                <a:ahLst/>
                <a:cxnLst/>
                <a:rect l="l" t="t" r="r" b="b"/>
                <a:pathLst>
                  <a:path w="59225" h="114014" extrusionOk="0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88" name="Google Shape;2588;p48"/>
              <p:cNvSpPr/>
              <p:nvPr/>
            </p:nvSpPr>
            <p:spPr>
              <a:xfrm>
                <a:off x="9169855" y="5305964"/>
                <a:ext cx="97217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92106" extrusionOk="0">
                    <a:moveTo>
                      <a:pt x="476" y="92107"/>
                    </a:moveTo>
                    <a:lnTo>
                      <a:pt x="476" y="88868"/>
                    </a:lnTo>
                    <a:lnTo>
                      <a:pt x="13045" y="83820"/>
                    </a:lnTo>
                    <a:lnTo>
                      <a:pt x="13045" y="17431"/>
                    </a:lnTo>
                    <a:lnTo>
                      <a:pt x="0" y="10668"/>
                    </a:lnTo>
                    <a:lnTo>
                      <a:pt x="0" y="8477"/>
                    </a:lnTo>
                    <a:lnTo>
                      <a:pt x="23424" y="95"/>
                    </a:lnTo>
                    <a:lnTo>
                      <a:pt x="25042" y="95"/>
                    </a:lnTo>
                    <a:lnTo>
                      <a:pt x="26471" y="14669"/>
                    </a:lnTo>
                    <a:lnTo>
                      <a:pt x="27232" y="14669"/>
                    </a:lnTo>
                    <a:cubicBezTo>
                      <a:pt x="32279" y="9716"/>
                      <a:pt x="37135" y="6096"/>
                      <a:pt x="41706" y="3620"/>
                    </a:cubicBezTo>
                    <a:cubicBezTo>
                      <a:pt x="46276" y="1238"/>
                      <a:pt x="51418" y="0"/>
                      <a:pt x="57035" y="0"/>
                    </a:cubicBezTo>
                    <a:cubicBezTo>
                      <a:pt x="65034" y="0"/>
                      <a:pt x="71604" y="2096"/>
                      <a:pt x="76841" y="6382"/>
                    </a:cubicBezTo>
                    <a:cubicBezTo>
                      <a:pt x="82078" y="10668"/>
                      <a:pt x="84649" y="16859"/>
                      <a:pt x="84649" y="24956"/>
                    </a:cubicBezTo>
                    <a:lnTo>
                      <a:pt x="84649" y="83820"/>
                    </a:lnTo>
                    <a:lnTo>
                      <a:pt x="97217" y="88868"/>
                    </a:lnTo>
                    <a:lnTo>
                      <a:pt x="97217" y="92107"/>
                    </a:lnTo>
                    <a:lnTo>
                      <a:pt x="56845" y="92107"/>
                    </a:lnTo>
                    <a:lnTo>
                      <a:pt x="56845" y="88868"/>
                    </a:lnTo>
                    <a:lnTo>
                      <a:pt x="71033" y="83820"/>
                    </a:lnTo>
                    <a:lnTo>
                      <a:pt x="71033" y="32766"/>
                    </a:lnTo>
                    <a:cubicBezTo>
                      <a:pt x="71033" y="26003"/>
                      <a:pt x="69033" y="20765"/>
                      <a:pt x="65034" y="17240"/>
                    </a:cubicBezTo>
                    <a:cubicBezTo>
                      <a:pt x="61035" y="13716"/>
                      <a:pt x="55893" y="11906"/>
                      <a:pt x="49608" y="11906"/>
                    </a:cubicBezTo>
                    <a:cubicBezTo>
                      <a:pt x="45895" y="11906"/>
                      <a:pt x="41801" y="12668"/>
                      <a:pt x="37325" y="14192"/>
                    </a:cubicBezTo>
                    <a:cubicBezTo>
                      <a:pt x="32850" y="15716"/>
                      <a:pt x="29327" y="17907"/>
                      <a:pt x="26661" y="20669"/>
                    </a:cubicBezTo>
                    <a:lnTo>
                      <a:pt x="26661" y="83725"/>
                    </a:lnTo>
                    <a:lnTo>
                      <a:pt x="40849" y="88773"/>
                    </a:lnTo>
                    <a:lnTo>
                      <a:pt x="40849" y="92012"/>
                    </a:lnTo>
                    <a:lnTo>
                      <a:pt x="476" y="92012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89" name="Google Shape;2589;p48"/>
              <p:cNvSpPr/>
              <p:nvPr/>
            </p:nvSpPr>
            <p:spPr>
              <a:xfrm>
                <a:off x="9278785" y="5305964"/>
                <a:ext cx="76460" cy="94107"/>
              </a:xfrm>
              <a:custGeom>
                <a:avLst/>
                <a:gdLst/>
                <a:ahLst/>
                <a:cxnLst/>
                <a:rect l="l" t="t" r="r" b="b"/>
                <a:pathLst>
                  <a:path w="76460" h="94107" extrusionOk="0">
                    <a:moveTo>
                      <a:pt x="42372" y="94107"/>
                    </a:moveTo>
                    <a:cubicBezTo>
                      <a:pt x="33421" y="94107"/>
                      <a:pt x="25804" y="92202"/>
                      <a:pt x="19520" y="88487"/>
                    </a:cubicBezTo>
                    <a:cubicBezTo>
                      <a:pt x="13140" y="84773"/>
                      <a:pt x="8379" y="79629"/>
                      <a:pt x="5047" y="72962"/>
                    </a:cubicBezTo>
                    <a:cubicBezTo>
                      <a:pt x="1714" y="66389"/>
                      <a:pt x="0" y="58674"/>
                      <a:pt x="0" y="50006"/>
                    </a:cubicBezTo>
                    <a:cubicBezTo>
                      <a:pt x="0" y="40386"/>
                      <a:pt x="1904" y="31814"/>
                      <a:pt x="5808" y="24289"/>
                    </a:cubicBezTo>
                    <a:cubicBezTo>
                      <a:pt x="9712" y="16764"/>
                      <a:pt x="14854" y="10859"/>
                      <a:pt x="21233" y="6477"/>
                    </a:cubicBezTo>
                    <a:cubicBezTo>
                      <a:pt x="27613" y="2191"/>
                      <a:pt x="34564" y="0"/>
                      <a:pt x="41991" y="0"/>
                    </a:cubicBezTo>
                    <a:cubicBezTo>
                      <a:pt x="52560" y="0"/>
                      <a:pt x="60749" y="3620"/>
                      <a:pt x="66748" y="10763"/>
                    </a:cubicBezTo>
                    <a:cubicBezTo>
                      <a:pt x="72746" y="18002"/>
                      <a:pt x="75984" y="28099"/>
                      <a:pt x="76365" y="41148"/>
                    </a:cubicBezTo>
                    <a:lnTo>
                      <a:pt x="75603" y="41910"/>
                    </a:lnTo>
                    <a:lnTo>
                      <a:pt x="13426" y="41910"/>
                    </a:lnTo>
                    <a:lnTo>
                      <a:pt x="13426" y="43529"/>
                    </a:lnTo>
                    <a:cubicBezTo>
                      <a:pt x="13426" y="50483"/>
                      <a:pt x="14663" y="56864"/>
                      <a:pt x="17044" y="62675"/>
                    </a:cubicBezTo>
                    <a:cubicBezTo>
                      <a:pt x="19424" y="68485"/>
                      <a:pt x="23233" y="73057"/>
                      <a:pt x="28470" y="76486"/>
                    </a:cubicBezTo>
                    <a:cubicBezTo>
                      <a:pt x="33707" y="79915"/>
                      <a:pt x="40372" y="81629"/>
                      <a:pt x="48656" y="81629"/>
                    </a:cubicBezTo>
                    <a:cubicBezTo>
                      <a:pt x="58559" y="81629"/>
                      <a:pt x="67605" y="78677"/>
                      <a:pt x="75889" y="72866"/>
                    </a:cubicBezTo>
                    <a:lnTo>
                      <a:pt x="76460" y="72866"/>
                    </a:lnTo>
                    <a:lnTo>
                      <a:pt x="76460" y="75057"/>
                    </a:lnTo>
                    <a:cubicBezTo>
                      <a:pt x="73508" y="80391"/>
                      <a:pt x="69128" y="84868"/>
                      <a:pt x="63130" y="88583"/>
                    </a:cubicBezTo>
                    <a:cubicBezTo>
                      <a:pt x="57226" y="92202"/>
                      <a:pt x="50275" y="94107"/>
                      <a:pt x="42467" y="94107"/>
                    </a:cubicBezTo>
                    <a:close/>
                    <a:moveTo>
                      <a:pt x="38944" y="7048"/>
                    </a:moveTo>
                    <a:cubicBezTo>
                      <a:pt x="32564" y="7048"/>
                      <a:pt x="27042" y="9525"/>
                      <a:pt x="22567" y="14383"/>
                    </a:cubicBezTo>
                    <a:cubicBezTo>
                      <a:pt x="17996" y="19241"/>
                      <a:pt x="15140" y="26098"/>
                      <a:pt x="13997" y="34862"/>
                    </a:cubicBezTo>
                    <a:lnTo>
                      <a:pt x="62844" y="34862"/>
                    </a:lnTo>
                    <a:cubicBezTo>
                      <a:pt x="60178" y="16288"/>
                      <a:pt x="52275" y="7048"/>
                      <a:pt x="39039" y="7048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90" name="Google Shape;2590;p48"/>
              <p:cNvSpPr/>
              <p:nvPr/>
            </p:nvSpPr>
            <p:spPr>
              <a:xfrm>
                <a:off x="9369432" y="5306059"/>
                <a:ext cx="63319" cy="92106"/>
              </a:xfrm>
              <a:custGeom>
                <a:avLst/>
                <a:gdLst/>
                <a:ahLst/>
                <a:cxnLst/>
                <a:rect l="l" t="t" r="r" b="b"/>
                <a:pathLst>
                  <a:path w="63319" h="92106" extrusionOk="0">
                    <a:moveTo>
                      <a:pt x="476" y="92012"/>
                    </a:moveTo>
                    <a:lnTo>
                      <a:pt x="476" y="88773"/>
                    </a:lnTo>
                    <a:lnTo>
                      <a:pt x="13045" y="83725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471" y="17431"/>
                    </a:lnTo>
                    <a:lnTo>
                      <a:pt x="27042" y="17431"/>
                    </a:lnTo>
                    <a:cubicBezTo>
                      <a:pt x="31041" y="12192"/>
                      <a:pt x="34374" y="8382"/>
                      <a:pt x="37135" y="5906"/>
                    </a:cubicBezTo>
                    <a:cubicBezTo>
                      <a:pt x="39896" y="3429"/>
                      <a:pt x="42372" y="1810"/>
                      <a:pt x="44657" y="1143"/>
                    </a:cubicBezTo>
                    <a:cubicBezTo>
                      <a:pt x="46942" y="381"/>
                      <a:pt x="49228" y="0"/>
                      <a:pt x="51418" y="0"/>
                    </a:cubicBezTo>
                    <a:cubicBezTo>
                      <a:pt x="52465" y="0"/>
                      <a:pt x="53703" y="191"/>
                      <a:pt x="55036" y="476"/>
                    </a:cubicBezTo>
                    <a:cubicBezTo>
                      <a:pt x="56369" y="857"/>
                      <a:pt x="57416" y="1143"/>
                      <a:pt x="58273" y="1619"/>
                    </a:cubicBezTo>
                    <a:cubicBezTo>
                      <a:pt x="59702" y="2191"/>
                      <a:pt x="60939" y="2858"/>
                      <a:pt x="61892" y="3620"/>
                    </a:cubicBezTo>
                    <a:cubicBezTo>
                      <a:pt x="62844" y="4382"/>
                      <a:pt x="63320" y="5334"/>
                      <a:pt x="63320" y="6191"/>
                    </a:cubicBezTo>
                    <a:cubicBezTo>
                      <a:pt x="63320" y="6572"/>
                      <a:pt x="63320" y="7048"/>
                      <a:pt x="63225" y="7620"/>
                    </a:cubicBezTo>
                    <a:cubicBezTo>
                      <a:pt x="63225" y="8192"/>
                      <a:pt x="63034" y="8668"/>
                      <a:pt x="62749" y="9239"/>
                    </a:cubicBezTo>
                    <a:lnTo>
                      <a:pt x="59511" y="17240"/>
                    </a:lnTo>
                    <a:lnTo>
                      <a:pt x="58559" y="17240"/>
                    </a:lnTo>
                    <a:lnTo>
                      <a:pt x="52560" y="14669"/>
                    </a:lnTo>
                    <a:cubicBezTo>
                      <a:pt x="50180" y="13716"/>
                      <a:pt x="47514" y="13240"/>
                      <a:pt x="44562" y="13240"/>
                    </a:cubicBezTo>
                    <a:cubicBezTo>
                      <a:pt x="41230" y="13240"/>
                      <a:pt x="38087" y="14097"/>
                      <a:pt x="35135" y="15811"/>
                    </a:cubicBezTo>
                    <a:cubicBezTo>
                      <a:pt x="32184" y="17526"/>
                      <a:pt x="29422" y="20384"/>
                      <a:pt x="26756" y="24384"/>
                    </a:cubicBezTo>
                    <a:lnTo>
                      <a:pt x="26756" y="83820"/>
                    </a:lnTo>
                    <a:lnTo>
                      <a:pt x="41325" y="88868"/>
                    </a:lnTo>
                    <a:lnTo>
                      <a:pt x="41325" y="92107"/>
                    </a:lnTo>
                    <a:lnTo>
                      <a:pt x="476" y="92107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91" name="Google Shape;2591;p48"/>
              <p:cNvSpPr/>
              <p:nvPr/>
            </p:nvSpPr>
            <p:spPr>
              <a:xfrm>
                <a:off x="9445035" y="5306059"/>
                <a:ext cx="57797" cy="94107"/>
              </a:xfrm>
              <a:custGeom>
                <a:avLst/>
                <a:gdLst/>
                <a:ahLst/>
                <a:cxnLst/>
                <a:rect l="l" t="t" r="r" b="b"/>
                <a:pathLst>
                  <a:path w="57797" h="94107" extrusionOk="0">
                    <a:moveTo>
                      <a:pt x="27328" y="94012"/>
                    </a:moveTo>
                    <a:cubicBezTo>
                      <a:pt x="21710" y="94012"/>
                      <a:pt x="16853" y="93440"/>
                      <a:pt x="12664" y="92393"/>
                    </a:cubicBezTo>
                    <a:cubicBezTo>
                      <a:pt x="8475" y="91345"/>
                      <a:pt x="4190" y="89726"/>
                      <a:pt x="0" y="87630"/>
                    </a:cubicBezTo>
                    <a:lnTo>
                      <a:pt x="0" y="65818"/>
                    </a:lnTo>
                    <a:lnTo>
                      <a:pt x="2571" y="65818"/>
                    </a:lnTo>
                    <a:lnTo>
                      <a:pt x="7522" y="76009"/>
                    </a:lnTo>
                    <a:cubicBezTo>
                      <a:pt x="9236" y="79724"/>
                      <a:pt x="11712" y="82677"/>
                      <a:pt x="15044" y="84677"/>
                    </a:cubicBezTo>
                    <a:cubicBezTo>
                      <a:pt x="18377" y="86678"/>
                      <a:pt x="22567" y="87821"/>
                      <a:pt x="27708" y="87821"/>
                    </a:cubicBezTo>
                    <a:cubicBezTo>
                      <a:pt x="33612" y="87821"/>
                      <a:pt x="38087" y="86487"/>
                      <a:pt x="41229" y="83725"/>
                    </a:cubicBezTo>
                    <a:cubicBezTo>
                      <a:pt x="44372" y="80963"/>
                      <a:pt x="45895" y="77057"/>
                      <a:pt x="45895" y="72009"/>
                    </a:cubicBezTo>
                    <a:cubicBezTo>
                      <a:pt x="45895" y="66580"/>
                      <a:pt x="44086" y="62484"/>
                      <a:pt x="40468" y="59817"/>
                    </a:cubicBezTo>
                    <a:cubicBezTo>
                      <a:pt x="36849" y="57150"/>
                      <a:pt x="31517" y="54293"/>
                      <a:pt x="24471" y="51245"/>
                    </a:cubicBezTo>
                    <a:cubicBezTo>
                      <a:pt x="17139" y="48196"/>
                      <a:pt x="11617" y="44768"/>
                      <a:pt x="7903" y="41053"/>
                    </a:cubicBezTo>
                    <a:cubicBezTo>
                      <a:pt x="4190" y="37338"/>
                      <a:pt x="2285" y="32004"/>
                      <a:pt x="2285" y="25241"/>
                    </a:cubicBezTo>
                    <a:cubicBezTo>
                      <a:pt x="2285" y="20669"/>
                      <a:pt x="3618" y="16478"/>
                      <a:pt x="6189" y="12668"/>
                    </a:cubicBezTo>
                    <a:cubicBezTo>
                      <a:pt x="8760" y="8763"/>
                      <a:pt x="12188" y="5715"/>
                      <a:pt x="16282" y="3429"/>
                    </a:cubicBezTo>
                    <a:cubicBezTo>
                      <a:pt x="20377" y="1143"/>
                      <a:pt x="24757" y="0"/>
                      <a:pt x="29327" y="0"/>
                    </a:cubicBezTo>
                    <a:cubicBezTo>
                      <a:pt x="34374" y="0"/>
                      <a:pt x="38944" y="571"/>
                      <a:pt x="42943" y="1810"/>
                    </a:cubicBezTo>
                    <a:cubicBezTo>
                      <a:pt x="46942" y="3048"/>
                      <a:pt x="50751" y="4572"/>
                      <a:pt x="54369" y="6382"/>
                    </a:cubicBezTo>
                    <a:lnTo>
                      <a:pt x="54369" y="27622"/>
                    </a:lnTo>
                    <a:lnTo>
                      <a:pt x="51799" y="27622"/>
                    </a:lnTo>
                    <a:lnTo>
                      <a:pt x="46752" y="17812"/>
                    </a:lnTo>
                    <a:cubicBezTo>
                      <a:pt x="45038" y="13716"/>
                      <a:pt x="42562" y="10763"/>
                      <a:pt x="39420" y="9049"/>
                    </a:cubicBezTo>
                    <a:cubicBezTo>
                      <a:pt x="36278" y="7334"/>
                      <a:pt x="33041" y="6477"/>
                      <a:pt x="29708" y="6477"/>
                    </a:cubicBezTo>
                    <a:cubicBezTo>
                      <a:pt x="24947" y="6477"/>
                      <a:pt x="21138" y="7810"/>
                      <a:pt x="18377" y="10382"/>
                    </a:cubicBezTo>
                    <a:cubicBezTo>
                      <a:pt x="15616" y="12954"/>
                      <a:pt x="14283" y="16478"/>
                      <a:pt x="14283" y="20860"/>
                    </a:cubicBezTo>
                    <a:cubicBezTo>
                      <a:pt x="14283" y="25241"/>
                      <a:pt x="15806" y="28956"/>
                      <a:pt x="18948" y="31528"/>
                    </a:cubicBezTo>
                    <a:cubicBezTo>
                      <a:pt x="22091" y="34100"/>
                      <a:pt x="26852" y="36862"/>
                      <a:pt x="33231" y="39624"/>
                    </a:cubicBezTo>
                    <a:cubicBezTo>
                      <a:pt x="37802" y="41624"/>
                      <a:pt x="41896" y="43625"/>
                      <a:pt x="45609" y="45720"/>
                    </a:cubicBezTo>
                    <a:cubicBezTo>
                      <a:pt x="49323" y="47816"/>
                      <a:pt x="52275" y="50483"/>
                      <a:pt x="54465" y="53816"/>
                    </a:cubicBezTo>
                    <a:cubicBezTo>
                      <a:pt x="56655" y="57150"/>
                      <a:pt x="57797" y="61722"/>
                      <a:pt x="57797" y="67628"/>
                    </a:cubicBezTo>
                    <a:cubicBezTo>
                      <a:pt x="57797" y="72962"/>
                      <a:pt x="56369" y="77629"/>
                      <a:pt x="53417" y="81534"/>
                    </a:cubicBezTo>
                    <a:cubicBezTo>
                      <a:pt x="50465" y="85439"/>
                      <a:pt x="46657" y="88583"/>
                      <a:pt x="41991" y="90773"/>
                    </a:cubicBezTo>
                    <a:cubicBezTo>
                      <a:pt x="37326" y="92964"/>
                      <a:pt x="32374" y="94107"/>
                      <a:pt x="27232" y="94107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92" name="Google Shape;2592;p48"/>
              <p:cNvSpPr/>
              <p:nvPr/>
            </p:nvSpPr>
            <p:spPr>
              <a:xfrm>
                <a:off x="9518639" y="5247862"/>
                <a:ext cx="97217" cy="150209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150209" extrusionOk="0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5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7" y="146875"/>
                    </a:lnTo>
                    <a:lnTo>
                      <a:pt x="97217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5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8" y="146780"/>
                    </a:lnTo>
                    <a:lnTo>
                      <a:pt x="40848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93" name="Google Shape;2593;p48"/>
              <p:cNvSpPr/>
              <p:nvPr/>
            </p:nvSpPr>
            <p:spPr>
              <a:xfrm>
                <a:off x="9632424" y="5258434"/>
                <a:ext cx="39896" cy="139636"/>
              </a:xfrm>
              <a:custGeom>
                <a:avLst/>
                <a:gdLst/>
                <a:ahLst/>
                <a:cxnLst/>
                <a:rect l="l" t="t" r="r" b="b"/>
                <a:pathLst>
                  <a:path w="39896" h="139636" extrusionOk="0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4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94" name="Google Shape;2594;p48"/>
              <p:cNvSpPr/>
              <p:nvPr/>
            </p:nvSpPr>
            <p:spPr>
              <a:xfrm>
                <a:off x="9683461" y="5306155"/>
                <a:ext cx="92075" cy="138207"/>
              </a:xfrm>
              <a:custGeom>
                <a:avLst/>
                <a:gdLst/>
                <a:ahLst/>
                <a:cxnLst/>
                <a:rect l="l" t="t" r="r" b="b"/>
                <a:pathLst>
                  <a:path w="92075" h="138207" extrusionOk="0">
                    <a:moveTo>
                      <a:pt x="476" y="138017"/>
                    </a:moveTo>
                    <a:lnTo>
                      <a:pt x="476" y="134779"/>
                    </a:lnTo>
                    <a:lnTo>
                      <a:pt x="13045" y="129730"/>
                    </a:lnTo>
                    <a:lnTo>
                      <a:pt x="13045" y="17335"/>
                    </a:lnTo>
                    <a:lnTo>
                      <a:pt x="0" y="10573"/>
                    </a:lnTo>
                    <a:lnTo>
                      <a:pt x="0" y="8382"/>
                    </a:lnTo>
                    <a:lnTo>
                      <a:pt x="23424" y="0"/>
                    </a:lnTo>
                    <a:lnTo>
                      <a:pt x="25042" y="0"/>
                    </a:lnTo>
                    <a:lnTo>
                      <a:pt x="26280" y="12192"/>
                    </a:lnTo>
                    <a:lnTo>
                      <a:pt x="27518" y="12192"/>
                    </a:lnTo>
                    <a:cubicBezTo>
                      <a:pt x="32564" y="7906"/>
                      <a:pt x="37516" y="4858"/>
                      <a:pt x="42181" y="2857"/>
                    </a:cubicBezTo>
                    <a:cubicBezTo>
                      <a:pt x="46942" y="953"/>
                      <a:pt x="51989" y="0"/>
                      <a:pt x="57511" y="0"/>
                    </a:cubicBezTo>
                    <a:cubicBezTo>
                      <a:pt x="64177" y="0"/>
                      <a:pt x="70080" y="1715"/>
                      <a:pt x="75317" y="5239"/>
                    </a:cubicBezTo>
                    <a:cubicBezTo>
                      <a:pt x="80554" y="8668"/>
                      <a:pt x="84649" y="13621"/>
                      <a:pt x="87600" y="19907"/>
                    </a:cubicBezTo>
                    <a:cubicBezTo>
                      <a:pt x="90647" y="26289"/>
                      <a:pt x="92076" y="33814"/>
                      <a:pt x="92076" y="42577"/>
                    </a:cubicBezTo>
                    <a:cubicBezTo>
                      <a:pt x="92076" y="53531"/>
                      <a:pt x="89981" y="62770"/>
                      <a:pt x="85887" y="70485"/>
                    </a:cubicBezTo>
                    <a:cubicBezTo>
                      <a:pt x="81792" y="78105"/>
                      <a:pt x="76174" y="84011"/>
                      <a:pt x="69319" y="88011"/>
                    </a:cubicBezTo>
                    <a:cubicBezTo>
                      <a:pt x="62463" y="92012"/>
                      <a:pt x="54750" y="94012"/>
                      <a:pt x="46276" y="94012"/>
                    </a:cubicBezTo>
                    <a:cubicBezTo>
                      <a:pt x="42657" y="94012"/>
                      <a:pt x="39230" y="93726"/>
                      <a:pt x="35992" y="93155"/>
                    </a:cubicBezTo>
                    <a:cubicBezTo>
                      <a:pt x="32755" y="92583"/>
                      <a:pt x="29613" y="91821"/>
                      <a:pt x="26661" y="90869"/>
                    </a:cubicBezTo>
                    <a:lnTo>
                      <a:pt x="26661" y="129921"/>
                    </a:lnTo>
                    <a:lnTo>
                      <a:pt x="40848" y="134969"/>
                    </a:lnTo>
                    <a:lnTo>
                      <a:pt x="40848" y="138208"/>
                    </a:lnTo>
                    <a:lnTo>
                      <a:pt x="476" y="138208"/>
                    </a:lnTo>
                    <a:close/>
                    <a:moveTo>
                      <a:pt x="48656" y="10954"/>
                    </a:moveTo>
                    <a:cubicBezTo>
                      <a:pt x="40658" y="10954"/>
                      <a:pt x="33326" y="13526"/>
                      <a:pt x="26661" y="18574"/>
                    </a:cubicBezTo>
                    <a:lnTo>
                      <a:pt x="26661" y="77819"/>
                    </a:lnTo>
                    <a:cubicBezTo>
                      <a:pt x="30660" y="80867"/>
                      <a:pt x="34754" y="83058"/>
                      <a:pt x="38849" y="84296"/>
                    </a:cubicBezTo>
                    <a:cubicBezTo>
                      <a:pt x="42943" y="85534"/>
                      <a:pt x="47514" y="86201"/>
                      <a:pt x="52465" y="86201"/>
                    </a:cubicBezTo>
                    <a:cubicBezTo>
                      <a:pt x="57416" y="86201"/>
                      <a:pt x="61701" y="84963"/>
                      <a:pt x="65700" y="82391"/>
                    </a:cubicBezTo>
                    <a:cubicBezTo>
                      <a:pt x="69699" y="79820"/>
                      <a:pt x="72937" y="75724"/>
                      <a:pt x="75317" y="70104"/>
                    </a:cubicBezTo>
                    <a:cubicBezTo>
                      <a:pt x="77698" y="64389"/>
                      <a:pt x="78935" y="56959"/>
                      <a:pt x="78935" y="47816"/>
                    </a:cubicBezTo>
                    <a:cubicBezTo>
                      <a:pt x="78935" y="39243"/>
                      <a:pt x="77507" y="32290"/>
                      <a:pt x="74746" y="26860"/>
                    </a:cubicBezTo>
                    <a:cubicBezTo>
                      <a:pt x="71985" y="21431"/>
                      <a:pt x="68271" y="17431"/>
                      <a:pt x="63606" y="14859"/>
                    </a:cubicBezTo>
                    <a:cubicBezTo>
                      <a:pt x="59035" y="12287"/>
                      <a:pt x="54084" y="10954"/>
                      <a:pt x="48752" y="1095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95" name="Google Shape;2595;p48"/>
              <p:cNvSpPr/>
              <p:nvPr/>
            </p:nvSpPr>
            <p:spPr>
              <a:xfrm>
                <a:off x="9826764" y="5308060"/>
                <a:ext cx="153491" cy="90487"/>
              </a:xfrm>
              <a:custGeom>
                <a:avLst/>
                <a:gdLst/>
                <a:ahLst/>
                <a:cxnLst/>
                <a:rect l="l" t="t" r="r" b="b"/>
                <a:pathLst>
                  <a:path w="153491" h="90487" extrusionOk="0">
                    <a:moveTo>
                      <a:pt x="43038" y="90488"/>
                    </a:moveTo>
                    <a:lnTo>
                      <a:pt x="13045" y="8477"/>
                    </a:lnTo>
                    <a:lnTo>
                      <a:pt x="0" y="3239"/>
                    </a:lnTo>
                    <a:lnTo>
                      <a:pt x="0" y="0"/>
                    </a:lnTo>
                    <a:lnTo>
                      <a:pt x="43991" y="0"/>
                    </a:lnTo>
                    <a:lnTo>
                      <a:pt x="43991" y="3239"/>
                    </a:lnTo>
                    <a:lnTo>
                      <a:pt x="27994" y="8001"/>
                    </a:lnTo>
                    <a:lnTo>
                      <a:pt x="27994" y="8953"/>
                    </a:lnTo>
                    <a:lnTo>
                      <a:pt x="49037" y="70199"/>
                    </a:lnTo>
                    <a:lnTo>
                      <a:pt x="49608" y="70199"/>
                    </a:lnTo>
                    <a:lnTo>
                      <a:pt x="77984" y="0"/>
                    </a:lnTo>
                    <a:lnTo>
                      <a:pt x="81602" y="0"/>
                    </a:lnTo>
                    <a:lnTo>
                      <a:pt x="109977" y="69628"/>
                    </a:lnTo>
                    <a:lnTo>
                      <a:pt x="110739" y="69628"/>
                    </a:lnTo>
                    <a:lnTo>
                      <a:pt x="131115" y="9811"/>
                    </a:lnTo>
                    <a:lnTo>
                      <a:pt x="131115" y="8858"/>
                    </a:lnTo>
                    <a:lnTo>
                      <a:pt x="115880" y="3239"/>
                    </a:lnTo>
                    <a:lnTo>
                      <a:pt x="115880" y="0"/>
                    </a:lnTo>
                    <a:lnTo>
                      <a:pt x="153491" y="0"/>
                    </a:lnTo>
                    <a:lnTo>
                      <a:pt x="153491" y="3239"/>
                    </a:lnTo>
                    <a:lnTo>
                      <a:pt x="139494" y="8858"/>
                    </a:lnTo>
                    <a:lnTo>
                      <a:pt x="107882" y="90488"/>
                    </a:lnTo>
                    <a:lnTo>
                      <a:pt x="104454" y="90488"/>
                    </a:lnTo>
                    <a:lnTo>
                      <a:pt x="75889" y="22098"/>
                    </a:lnTo>
                    <a:lnTo>
                      <a:pt x="46276" y="90488"/>
                    </a:lnTo>
                    <a:lnTo>
                      <a:pt x="42848" y="90488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96" name="Google Shape;2596;p48"/>
              <p:cNvSpPr/>
              <p:nvPr/>
            </p:nvSpPr>
            <p:spPr>
              <a:xfrm>
                <a:off x="9991110" y="5258434"/>
                <a:ext cx="39896" cy="139636"/>
              </a:xfrm>
              <a:custGeom>
                <a:avLst/>
                <a:gdLst/>
                <a:ahLst/>
                <a:cxnLst/>
                <a:rect l="l" t="t" r="r" b="b"/>
                <a:pathLst>
                  <a:path w="39896" h="139636" extrusionOk="0">
                    <a:moveTo>
                      <a:pt x="476" y="139637"/>
                    </a:moveTo>
                    <a:lnTo>
                      <a:pt x="476" y="136398"/>
                    </a:lnTo>
                    <a:lnTo>
                      <a:pt x="13045" y="131350"/>
                    </a:lnTo>
                    <a:lnTo>
                      <a:pt x="13045" y="64960"/>
                    </a:lnTo>
                    <a:lnTo>
                      <a:pt x="0" y="57150"/>
                    </a:lnTo>
                    <a:lnTo>
                      <a:pt x="0" y="55150"/>
                    </a:lnTo>
                    <a:lnTo>
                      <a:pt x="25042" y="47530"/>
                    </a:lnTo>
                    <a:lnTo>
                      <a:pt x="26661" y="47530"/>
                    </a:lnTo>
                    <a:lnTo>
                      <a:pt x="26661" y="131350"/>
                    </a:lnTo>
                    <a:lnTo>
                      <a:pt x="39896" y="136398"/>
                    </a:lnTo>
                    <a:lnTo>
                      <a:pt x="39896" y="139637"/>
                    </a:lnTo>
                    <a:lnTo>
                      <a:pt x="476" y="139637"/>
                    </a:lnTo>
                    <a:close/>
                    <a:moveTo>
                      <a:pt x="18282" y="20384"/>
                    </a:moveTo>
                    <a:cubicBezTo>
                      <a:pt x="15330" y="20384"/>
                      <a:pt x="12950" y="19431"/>
                      <a:pt x="10950" y="17526"/>
                    </a:cubicBezTo>
                    <a:cubicBezTo>
                      <a:pt x="9046" y="15621"/>
                      <a:pt x="8094" y="13145"/>
                      <a:pt x="8094" y="10192"/>
                    </a:cubicBezTo>
                    <a:cubicBezTo>
                      <a:pt x="8094" y="7239"/>
                      <a:pt x="9046" y="4667"/>
                      <a:pt x="10950" y="2762"/>
                    </a:cubicBezTo>
                    <a:cubicBezTo>
                      <a:pt x="12854" y="857"/>
                      <a:pt x="15330" y="0"/>
                      <a:pt x="18282" y="0"/>
                    </a:cubicBezTo>
                    <a:cubicBezTo>
                      <a:pt x="21233" y="0"/>
                      <a:pt x="23804" y="953"/>
                      <a:pt x="25709" y="2762"/>
                    </a:cubicBezTo>
                    <a:cubicBezTo>
                      <a:pt x="27613" y="4667"/>
                      <a:pt x="28470" y="7144"/>
                      <a:pt x="28470" y="10192"/>
                    </a:cubicBezTo>
                    <a:cubicBezTo>
                      <a:pt x="28470" y="13240"/>
                      <a:pt x="27518" y="15526"/>
                      <a:pt x="25709" y="17526"/>
                    </a:cubicBezTo>
                    <a:cubicBezTo>
                      <a:pt x="23804" y="19431"/>
                      <a:pt x="21329" y="20384"/>
                      <a:pt x="18282" y="2038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97" name="Google Shape;2597;p48"/>
              <p:cNvSpPr/>
              <p:nvPr/>
            </p:nvSpPr>
            <p:spPr>
              <a:xfrm>
                <a:off x="10039005" y="5286057"/>
                <a:ext cx="59225" cy="114014"/>
              </a:xfrm>
              <a:custGeom>
                <a:avLst/>
                <a:gdLst/>
                <a:ahLst/>
                <a:cxnLst/>
                <a:rect l="l" t="t" r="r" b="b"/>
                <a:pathLst>
                  <a:path w="59225" h="114014" extrusionOk="0">
                    <a:moveTo>
                      <a:pt x="37135" y="114014"/>
                    </a:moveTo>
                    <a:cubicBezTo>
                      <a:pt x="31422" y="114014"/>
                      <a:pt x="26566" y="112300"/>
                      <a:pt x="22662" y="108776"/>
                    </a:cubicBezTo>
                    <a:cubicBezTo>
                      <a:pt x="18758" y="105251"/>
                      <a:pt x="16758" y="100394"/>
                      <a:pt x="16758" y="94202"/>
                    </a:cubicBezTo>
                    <a:lnTo>
                      <a:pt x="16758" y="30385"/>
                    </a:lnTo>
                    <a:lnTo>
                      <a:pt x="0" y="30385"/>
                    </a:lnTo>
                    <a:lnTo>
                      <a:pt x="0" y="28766"/>
                    </a:lnTo>
                    <a:lnTo>
                      <a:pt x="17806" y="22003"/>
                    </a:lnTo>
                    <a:lnTo>
                      <a:pt x="28851" y="0"/>
                    </a:lnTo>
                    <a:lnTo>
                      <a:pt x="30470" y="0"/>
                    </a:lnTo>
                    <a:lnTo>
                      <a:pt x="30470" y="22003"/>
                    </a:lnTo>
                    <a:lnTo>
                      <a:pt x="56845" y="22003"/>
                    </a:lnTo>
                    <a:lnTo>
                      <a:pt x="56845" y="30385"/>
                    </a:lnTo>
                    <a:lnTo>
                      <a:pt x="30470" y="30385"/>
                    </a:lnTo>
                    <a:lnTo>
                      <a:pt x="30470" y="92012"/>
                    </a:lnTo>
                    <a:cubicBezTo>
                      <a:pt x="30470" y="95726"/>
                      <a:pt x="31898" y="98489"/>
                      <a:pt x="34659" y="100298"/>
                    </a:cubicBezTo>
                    <a:cubicBezTo>
                      <a:pt x="37421" y="102108"/>
                      <a:pt x="41039" y="102965"/>
                      <a:pt x="45229" y="102965"/>
                    </a:cubicBezTo>
                    <a:cubicBezTo>
                      <a:pt x="47895" y="102965"/>
                      <a:pt x="50370" y="102775"/>
                      <a:pt x="52656" y="102299"/>
                    </a:cubicBezTo>
                    <a:cubicBezTo>
                      <a:pt x="54941" y="101822"/>
                      <a:pt x="56940" y="101251"/>
                      <a:pt x="58845" y="100584"/>
                    </a:cubicBezTo>
                    <a:lnTo>
                      <a:pt x="59226" y="100775"/>
                    </a:lnTo>
                    <a:lnTo>
                      <a:pt x="59226" y="102203"/>
                    </a:lnTo>
                    <a:cubicBezTo>
                      <a:pt x="57892" y="104870"/>
                      <a:pt x="55417" y="107537"/>
                      <a:pt x="51703" y="110109"/>
                    </a:cubicBezTo>
                    <a:cubicBezTo>
                      <a:pt x="47990" y="112681"/>
                      <a:pt x="43229" y="114014"/>
                      <a:pt x="37230" y="114014"/>
                    </a:cubicBez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  <p:sp>
            <p:nvSpPr>
              <p:cNvPr id="2598" name="Google Shape;2598;p48"/>
              <p:cNvSpPr/>
              <p:nvPr/>
            </p:nvSpPr>
            <p:spPr>
              <a:xfrm>
                <a:off x="10112132" y="5247862"/>
                <a:ext cx="97217" cy="150209"/>
              </a:xfrm>
              <a:custGeom>
                <a:avLst/>
                <a:gdLst/>
                <a:ahLst/>
                <a:cxnLst/>
                <a:rect l="l" t="t" r="r" b="b"/>
                <a:pathLst>
                  <a:path w="97217" h="150209" extrusionOk="0">
                    <a:moveTo>
                      <a:pt x="476" y="150209"/>
                    </a:moveTo>
                    <a:lnTo>
                      <a:pt x="476" y="146971"/>
                    </a:lnTo>
                    <a:lnTo>
                      <a:pt x="13045" y="141923"/>
                    </a:lnTo>
                    <a:lnTo>
                      <a:pt x="13045" y="17431"/>
                    </a:lnTo>
                    <a:lnTo>
                      <a:pt x="0" y="9620"/>
                    </a:lnTo>
                    <a:lnTo>
                      <a:pt x="0" y="7620"/>
                    </a:lnTo>
                    <a:lnTo>
                      <a:pt x="25042" y="0"/>
                    </a:lnTo>
                    <a:lnTo>
                      <a:pt x="26661" y="0"/>
                    </a:lnTo>
                    <a:lnTo>
                      <a:pt x="26661" y="72676"/>
                    </a:lnTo>
                    <a:lnTo>
                      <a:pt x="27232" y="72676"/>
                    </a:lnTo>
                    <a:cubicBezTo>
                      <a:pt x="32279" y="67723"/>
                      <a:pt x="37135" y="64103"/>
                      <a:pt x="41706" y="61627"/>
                    </a:cubicBezTo>
                    <a:cubicBezTo>
                      <a:pt x="46276" y="59246"/>
                      <a:pt x="51418" y="58007"/>
                      <a:pt x="57035" y="58007"/>
                    </a:cubicBezTo>
                    <a:cubicBezTo>
                      <a:pt x="65034" y="58007"/>
                      <a:pt x="71604" y="60103"/>
                      <a:pt x="76841" y="64389"/>
                    </a:cubicBezTo>
                    <a:cubicBezTo>
                      <a:pt x="82078" y="68675"/>
                      <a:pt x="84649" y="74867"/>
                      <a:pt x="84649" y="82963"/>
                    </a:cubicBezTo>
                    <a:lnTo>
                      <a:pt x="84649" y="141827"/>
                    </a:lnTo>
                    <a:lnTo>
                      <a:pt x="97218" y="146875"/>
                    </a:lnTo>
                    <a:lnTo>
                      <a:pt x="97218" y="150114"/>
                    </a:lnTo>
                    <a:lnTo>
                      <a:pt x="56845" y="150114"/>
                    </a:lnTo>
                    <a:lnTo>
                      <a:pt x="56845" y="146875"/>
                    </a:lnTo>
                    <a:lnTo>
                      <a:pt x="71033" y="142113"/>
                    </a:lnTo>
                    <a:lnTo>
                      <a:pt x="71033" y="90869"/>
                    </a:lnTo>
                    <a:cubicBezTo>
                      <a:pt x="71033" y="84106"/>
                      <a:pt x="69033" y="78867"/>
                      <a:pt x="65034" y="75343"/>
                    </a:cubicBezTo>
                    <a:cubicBezTo>
                      <a:pt x="61035" y="71819"/>
                      <a:pt x="55893" y="70009"/>
                      <a:pt x="49608" y="70009"/>
                    </a:cubicBezTo>
                    <a:cubicBezTo>
                      <a:pt x="45895" y="70009"/>
                      <a:pt x="41801" y="70771"/>
                      <a:pt x="37326" y="72295"/>
                    </a:cubicBezTo>
                    <a:cubicBezTo>
                      <a:pt x="32850" y="73819"/>
                      <a:pt x="29327" y="76010"/>
                      <a:pt x="26661" y="78772"/>
                    </a:cubicBezTo>
                    <a:lnTo>
                      <a:pt x="26661" y="142018"/>
                    </a:lnTo>
                    <a:lnTo>
                      <a:pt x="40849" y="146780"/>
                    </a:lnTo>
                    <a:lnTo>
                      <a:pt x="40849" y="150019"/>
                    </a:lnTo>
                    <a:lnTo>
                      <a:pt x="476" y="150019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spcFirstLastPara="1" wrap="square" lIns="55450" tIns="27725" rIns="55450" bIns="277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/>
              </a:p>
            </p:txBody>
          </p:sp>
        </p:grpSp>
        <p:pic>
          <p:nvPicPr>
            <p:cNvPr id="2599" name="Google Shape;2599;p4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10661" y="5651912"/>
              <a:ext cx="1645366" cy="382904"/>
            </a:xfrm>
            <a:custGeom>
              <a:avLst/>
              <a:gdLst/>
              <a:ahLst/>
              <a:cxnLst/>
              <a:rect l="l" t="t" r="r" b="b"/>
              <a:pathLst>
                <a:path w="1645366" h="382904" extrusionOk="0">
                  <a:moveTo>
                    <a:pt x="321" y="11"/>
                  </a:moveTo>
                  <a:lnTo>
                    <a:pt x="1645687" y="11"/>
                  </a:lnTo>
                  <a:lnTo>
                    <a:pt x="1645687" y="382916"/>
                  </a:lnTo>
                  <a:lnTo>
                    <a:pt x="321" y="382916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600" name="Google Shape;2600;p4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623411" y="5635244"/>
              <a:ext cx="987219" cy="387477"/>
            </a:xfrm>
            <a:custGeom>
              <a:avLst/>
              <a:gdLst/>
              <a:ahLst/>
              <a:cxnLst/>
              <a:rect l="l" t="t" r="r" b="b"/>
              <a:pathLst>
                <a:path w="987219" h="387477" extrusionOk="0">
                  <a:moveTo>
                    <a:pt x="529" y="-37"/>
                  </a:moveTo>
                  <a:lnTo>
                    <a:pt x="987749" y="-37"/>
                  </a:lnTo>
                  <a:lnTo>
                    <a:pt x="987749" y="387440"/>
                  </a:lnTo>
                  <a:lnTo>
                    <a:pt x="529" y="387440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2601" name="Google Shape;2601;p4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4224310" y="5476843"/>
              <a:ext cx="544646" cy="544829"/>
            </a:xfrm>
            <a:custGeom>
              <a:avLst/>
              <a:gdLst/>
              <a:ahLst/>
              <a:cxnLst/>
              <a:rect l="l" t="t" r="r" b="b"/>
              <a:pathLst>
                <a:path w="544646" h="544829" extrusionOk="0">
                  <a:moveTo>
                    <a:pt x="852" y="-42"/>
                  </a:moveTo>
                  <a:lnTo>
                    <a:pt x="545499" y="-42"/>
                  </a:lnTo>
                  <a:lnTo>
                    <a:pt x="545499" y="544788"/>
                  </a:lnTo>
                  <a:lnTo>
                    <a:pt x="852" y="544788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_1">
  <p:cSld name="Closing Slide_1">
    <p:spTree>
      <p:nvGrpSpPr>
        <p:cNvPr id="1" name="Shape 2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Google Shape;2603;p49"/>
          <p:cNvSpPr/>
          <p:nvPr/>
        </p:nvSpPr>
        <p:spPr>
          <a:xfrm>
            <a:off x="0" y="0"/>
            <a:ext cx="12048134" cy="6870044"/>
          </a:xfrm>
          <a:custGeom>
            <a:avLst/>
            <a:gdLst/>
            <a:ahLst/>
            <a:cxnLst/>
            <a:rect l="l" t="t" r="r" b="b"/>
            <a:pathLst>
              <a:path w="19832320" h="11308715" extrusionOk="0">
                <a:moveTo>
                  <a:pt x="19831856" y="0"/>
                </a:moveTo>
                <a:lnTo>
                  <a:pt x="0" y="0"/>
                </a:lnTo>
                <a:lnTo>
                  <a:pt x="0" y="11308556"/>
                </a:lnTo>
                <a:lnTo>
                  <a:pt x="19831856" y="11308556"/>
                </a:lnTo>
                <a:lnTo>
                  <a:pt x="1983185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604" name="Google Shape;2604;p49"/>
          <p:cNvSpPr/>
          <p:nvPr/>
        </p:nvSpPr>
        <p:spPr>
          <a:xfrm>
            <a:off x="12026796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rgbClr val="E5007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2605" name="Google Shape;2605;p49"/>
          <p:cNvGrpSpPr/>
          <p:nvPr/>
        </p:nvGrpSpPr>
        <p:grpSpPr>
          <a:xfrm>
            <a:off x="2956551" y="2653970"/>
            <a:ext cx="6312282" cy="1553901"/>
            <a:chOff x="942530" y="948344"/>
            <a:chExt cx="3788430" cy="932658"/>
          </a:xfrm>
        </p:grpSpPr>
        <p:sp>
          <p:nvSpPr>
            <p:cNvPr id="2606" name="Google Shape;2606;p49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07" name="Google Shape;2607;p49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08" name="Google Shape;2608;p49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09" name="Google Shape;2609;p49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10" name="Google Shape;2610;p49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11" name="Google Shape;2611;p49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12" name="Google Shape;2612;p49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13" name="Google Shape;2613;p49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14" name="Google Shape;2614;p49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15" name="Google Shape;2615;p49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16" name="Google Shape;2616;p49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17" name="Google Shape;2617;p49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18" name="Google Shape;2618;p49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19" name="Google Shape;2619;p49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20" name="Google Shape;2620;p49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21" name="Google Shape;2621;p49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22" name="Google Shape;2622;p49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23" name="Google Shape;2623;p49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24" name="Google Shape;2624;p49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25" name="Google Shape;2625;p49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26" name="Google Shape;2626;p49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27" name="Google Shape;2627;p49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28" name="Google Shape;2628;p49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29" name="Google Shape;2629;p49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30" name="Google Shape;2630;p49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31" name="Google Shape;2631;p49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32" name="Google Shape;2632;p49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33" name="Google Shape;2633;p49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34" name="Google Shape;2634;p49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35" name="Google Shape;2635;p49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36" name="Google Shape;2636;p49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37" name="Google Shape;2637;p49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38" name="Google Shape;2638;p49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39" name="Google Shape;2639;p49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40" name="Google Shape;2640;p49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41" name="Google Shape;2641;p49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42" name="Google Shape;2642;p49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43" name="Google Shape;2643;p49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44" name="Google Shape;2644;p49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 w="1270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45" name="Google Shape;2645;p49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46" name="Google Shape;2646;p49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47" name="Google Shape;2647;p49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48" name="Google Shape;2648;p49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49" name="Google Shape;2649;p49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50" name="Google Shape;2650;p49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51" name="Google Shape;2651;p49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52" name="Google Shape;2652;p49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53" name="Google Shape;2653;p49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54" name="Google Shape;2654;p49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55" name="Google Shape;2655;p49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56" name="Google Shape;2656;p49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57" name="Google Shape;2657;p49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58" name="Google Shape;2658;p49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59" name="Google Shape;2659;p49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60" name="Google Shape;2660;p49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61" name="Google Shape;2661;p49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62" name="Google Shape;2662;p49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63" name="Google Shape;2663;p49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64" name="Google Shape;2664;p49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65" name="Google Shape;2665;p49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66" name="Google Shape;2666;p49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67" name="Google Shape;2667;p49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68" name="Google Shape;2668;p49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69" name="Google Shape;2669;p49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_2">
  <p:cSld name="Closing Slide_2">
    <p:spTree>
      <p:nvGrpSpPr>
        <p:cNvPr id="1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p50"/>
          <p:cNvSpPr/>
          <p:nvPr/>
        </p:nvSpPr>
        <p:spPr>
          <a:xfrm>
            <a:off x="12026796" y="0"/>
            <a:ext cx="165492" cy="6870044"/>
          </a:xfrm>
          <a:custGeom>
            <a:avLst/>
            <a:gdLst/>
            <a:ahLst/>
            <a:cxnLst/>
            <a:rect l="l" t="t" r="r" b="b"/>
            <a:pathLst>
              <a:path w="272415" h="11308715" extrusionOk="0">
                <a:moveTo>
                  <a:pt x="272243" y="0"/>
                </a:moveTo>
                <a:lnTo>
                  <a:pt x="0" y="0"/>
                </a:lnTo>
                <a:lnTo>
                  <a:pt x="0" y="11308556"/>
                </a:lnTo>
                <a:lnTo>
                  <a:pt x="272243" y="11308556"/>
                </a:lnTo>
                <a:lnTo>
                  <a:pt x="27224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grpSp>
        <p:nvGrpSpPr>
          <p:cNvPr id="2672" name="Google Shape;2672;p50"/>
          <p:cNvGrpSpPr/>
          <p:nvPr/>
        </p:nvGrpSpPr>
        <p:grpSpPr>
          <a:xfrm>
            <a:off x="2956551" y="2652107"/>
            <a:ext cx="6312282" cy="1553901"/>
            <a:chOff x="942530" y="948344"/>
            <a:chExt cx="3788430" cy="932658"/>
          </a:xfrm>
        </p:grpSpPr>
        <p:sp>
          <p:nvSpPr>
            <p:cNvPr id="2673" name="Google Shape;2673;p50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74" name="Google Shape;2674;p50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75" name="Google Shape;2675;p50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76" name="Google Shape;2676;p50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77" name="Google Shape;2677;p50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78" name="Google Shape;2678;p50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79" name="Google Shape;2679;p50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80" name="Google Shape;2680;p50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81" name="Google Shape;2681;p50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82" name="Google Shape;2682;p50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83" name="Google Shape;2683;p50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84" name="Google Shape;2684;p50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85" name="Google Shape;2685;p50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86" name="Google Shape;2686;p50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87" name="Google Shape;2687;p50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88" name="Google Shape;2688;p50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89" name="Google Shape;2689;p50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90" name="Google Shape;2690;p50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91" name="Google Shape;2691;p50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92" name="Google Shape;2692;p50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93" name="Google Shape;2693;p50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94" name="Google Shape;2694;p50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95" name="Google Shape;2695;p50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96" name="Google Shape;2696;p50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97" name="Google Shape;2697;p50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98" name="Google Shape;2698;p50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699" name="Google Shape;2699;p50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00" name="Google Shape;2700;p50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01" name="Google Shape;2701;p50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02" name="Google Shape;2702;p50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03" name="Google Shape;2703;p50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04" name="Google Shape;2704;p50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05" name="Google Shape;2705;p50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06" name="Google Shape;2706;p50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07" name="Google Shape;2707;p50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08" name="Google Shape;2708;p50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09" name="Google Shape;2709;p50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10" name="Google Shape;2710;p50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11" name="Google Shape;2711;p50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12" name="Google Shape;2712;p50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13" name="Google Shape;2713;p50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14" name="Google Shape;2714;p50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15" name="Google Shape;2715;p50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16" name="Google Shape;2716;p50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17" name="Google Shape;2717;p50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18" name="Google Shape;2718;p50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19" name="Google Shape;2719;p50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20" name="Google Shape;2720;p50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21" name="Google Shape;2721;p50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22" name="Google Shape;2722;p50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23" name="Google Shape;2723;p50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24" name="Google Shape;2724;p50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25" name="Google Shape;2725;p50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26" name="Google Shape;2726;p50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27" name="Google Shape;2727;p50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28" name="Google Shape;2728;p50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29" name="Google Shape;2729;p50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30" name="Google Shape;2730;p50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31" name="Google Shape;2731;p50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32" name="Google Shape;2732;p50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33" name="Google Shape;2733;p50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34" name="Google Shape;2734;p50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35" name="Google Shape;2735;p50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36" name="Google Shape;2736;p50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Slide">
  <p:cSld name="Thank you Slide">
    <p:spTree>
      <p:nvGrpSpPr>
        <p:cNvPr id="1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8" name="Google Shape;2738;p51"/>
          <p:cNvGrpSpPr/>
          <p:nvPr/>
        </p:nvGrpSpPr>
        <p:grpSpPr>
          <a:xfrm>
            <a:off x="165088" y="5143131"/>
            <a:ext cx="12026284" cy="1714689"/>
            <a:chOff x="272243" y="8481417"/>
            <a:chExt cx="19832262" cy="2827654"/>
          </a:xfrm>
        </p:grpSpPr>
        <p:sp>
          <p:nvSpPr>
            <p:cNvPr id="2739" name="Google Shape;2739;p51"/>
            <p:cNvSpPr/>
            <p:nvPr/>
          </p:nvSpPr>
          <p:spPr>
            <a:xfrm>
              <a:off x="272243" y="8481417"/>
              <a:ext cx="16012794" cy="2827654"/>
            </a:xfrm>
            <a:custGeom>
              <a:avLst/>
              <a:gdLst/>
              <a:ahLst/>
              <a:cxnLst/>
              <a:rect l="l" t="t" r="r" b="b"/>
              <a:pathLst>
                <a:path w="16012794" h="2827654" extrusionOk="0">
                  <a:moveTo>
                    <a:pt x="0" y="2827139"/>
                  </a:moveTo>
                  <a:lnTo>
                    <a:pt x="16012737" y="2827139"/>
                  </a:lnTo>
                  <a:lnTo>
                    <a:pt x="16012737" y="0"/>
                  </a:lnTo>
                  <a:lnTo>
                    <a:pt x="0" y="0"/>
                  </a:lnTo>
                  <a:lnTo>
                    <a:pt x="0" y="28271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40" name="Google Shape;2740;p51"/>
            <p:cNvSpPr/>
            <p:nvPr/>
          </p:nvSpPr>
          <p:spPr>
            <a:xfrm>
              <a:off x="16284980" y="8481417"/>
              <a:ext cx="3819525" cy="2827654"/>
            </a:xfrm>
            <a:custGeom>
              <a:avLst/>
              <a:gdLst/>
              <a:ahLst/>
              <a:cxnLst/>
              <a:rect l="l" t="t" r="r" b="b"/>
              <a:pathLst>
                <a:path w="3819525" h="2827654" extrusionOk="0">
                  <a:moveTo>
                    <a:pt x="3819119" y="0"/>
                  </a:moveTo>
                  <a:lnTo>
                    <a:pt x="0" y="0"/>
                  </a:lnTo>
                  <a:lnTo>
                    <a:pt x="0" y="2827139"/>
                  </a:lnTo>
                  <a:lnTo>
                    <a:pt x="3819119" y="2827139"/>
                  </a:lnTo>
                  <a:lnTo>
                    <a:pt x="38191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  <p:sp>
        <p:nvSpPr>
          <p:cNvPr id="2741" name="Google Shape;2741;p51"/>
          <p:cNvSpPr/>
          <p:nvPr/>
        </p:nvSpPr>
        <p:spPr>
          <a:xfrm>
            <a:off x="0" y="5143139"/>
            <a:ext cx="165492" cy="1717800"/>
          </a:xfrm>
          <a:custGeom>
            <a:avLst/>
            <a:gdLst/>
            <a:ahLst/>
            <a:cxnLst/>
            <a:rect l="l" t="t" r="r" b="b"/>
            <a:pathLst>
              <a:path w="272415" h="2827654" extrusionOk="0">
                <a:moveTo>
                  <a:pt x="272243" y="0"/>
                </a:moveTo>
                <a:lnTo>
                  <a:pt x="0" y="0"/>
                </a:lnTo>
                <a:lnTo>
                  <a:pt x="0" y="2827139"/>
                </a:lnTo>
                <a:lnTo>
                  <a:pt x="272243" y="2827139"/>
                </a:lnTo>
                <a:lnTo>
                  <a:pt x="27224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2742" name="Google Shape;2742;p51"/>
          <p:cNvSpPr txBox="1"/>
          <p:nvPr/>
        </p:nvSpPr>
        <p:spPr>
          <a:xfrm>
            <a:off x="10604801" y="5873948"/>
            <a:ext cx="1115100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375" rIns="0" bIns="0" anchor="t" anchorCtr="0">
            <a:spAutoFit/>
          </a:bodyPr>
          <a:lstStyle/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University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12700" lvl="0" indent="0" algn="l" rtl="0">
              <a:lnSpc>
                <a:spcPct val="1064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600" i="1">
                <a:solidFill>
                  <a:srgbClr val="FFFFFF"/>
                </a:solidFill>
                <a:latin typeface="Spectral"/>
                <a:ea typeface="Spectral"/>
                <a:cs typeface="Spectral"/>
                <a:sym typeface="Spectral"/>
              </a:rPr>
              <a:t>of</a:t>
            </a:r>
            <a:r>
              <a:rPr lang="en-IE" sz="16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Galway.ie</a:t>
            </a:r>
            <a:endParaRPr sz="16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2743" name="Google Shape;2743;p51"/>
          <p:cNvSpPr txBox="1">
            <a:spLocks noGrp="1"/>
          </p:cNvSpPr>
          <p:nvPr>
            <p:ph type="title"/>
          </p:nvPr>
        </p:nvSpPr>
        <p:spPr>
          <a:xfrm>
            <a:off x="518877" y="2036694"/>
            <a:ext cx="4458900" cy="22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 b="0" i="0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grpSp>
        <p:nvGrpSpPr>
          <p:cNvPr id="2744" name="Google Shape;2744;p51"/>
          <p:cNvGrpSpPr/>
          <p:nvPr/>
        </p:nvGrpSpPr>
        <p:grpSpPr>
          <a:xfrm>
            <a:off x="571550" y="575076"/>
            <a:ext cx="2297304" cy="565564"/>
            <a:chOff x="942530" y="948344"/>
            <a:chExt cx="3788430" cy="932658"/>
          </a:xfrm>
        </p:grpSpPr>
        <p:sp>
          <p:nvSpPr>
            <p:cNvPr id="2745" name="Google Shape;2745;p51"/>
            <p:cNvSpPr/>
            <p:nvPr/>
          </p:nvSpPr>
          <p:spPr>
            <a:xfrm>
              <a:off x="4469469" y="1185459"/>
              <a:ext cx="135459" cy="127969"/>
            </a:xfrm>
            <a:custGeom>
              <a:avLst/>
              <a:gdLst/>
              <a:ahLst/>
              <a:cxnLst/>
              <a:rect l="l" t="t" r="r" b="b"/>
              <a:pathLst>
                <a:path w="135459" h="127969" extrusionOk="0">
                  <a:moveTo>
                    <a:pt x="135459" y="3105"/>
                  </a:moveTo>
                  <a:lnTo>
                    <a:pt x="135459" y="0"/>
                  </a:lnTo>
                  <a:lnTo>
                    <a:pt x="83873" y="0"/>
                  </a:lnTo>
                  <a:lnTo>
                    <a:pt x="83873" y="3105"/>
                  </a:lnTo>
                  <a:lnTo>
                    <a:pt x="99460" y="10867"/>
                  </a:lnTo>
                  <a:lnTo>
                    <a:pt x="99460" y="56333"/>
                  </a:lnTo>
                  <a:cubicBezTo>
                    <a:pt x="96120" y="57220"/>
                    <a:pt x="92854" y="58181"/>
                    <a:pt x="89811" y="59216"/>
                  </a:cubicBezTo>
                  <a:cubicBezTo>
                    <a:pt x="71997" y="65205"/>
                    <a:pt x="58860" y="74150"/>
                    <a:pt x="49285" y="83095"/>
                  </a:cubicBezTo>
                  <a:cubicBezTo>
                    <a:pt x="43792" y="88196"/>
                    <a:pt x="39561" y="93297"/>
                    <a:pt x="36221" y="97807"/>
                  </a:cubicBezTo>
                  <a:lnTo>
                    <a:pt x="36221" y="10867"/>
                  </a:lnTo>
                  <a:lnTo>
                    <a:pt x="51586" y="3105"/>
                  </a:lnTo>
                  <a:lnTo>
                    <a:pt x="51586" y="0"/>
                  </a:lnTo>
                  <a:lnTo>
                    <a:pt x="0" y="0"/>
                  </a:lnTo>
                  <a:lnTo>
                    <a:pt x="0" y="3105"/>
                  </a:lnTo>
                  <a:lnTo>
                    <a:pt x="15735" y="10867"/>
                  </a:lnTo>
                  <a:lnTo>
                    <a:pt x="15735" y="117102"/>
                  </a:lnTo>
                  <a:lnTo>
                    <a:pt x="0" y="124865"/>
                  </a:lnTo>
                  <a:lnTo>
                    <a:pt x="0" y="127970"/>
                  </a:lnTo>
                  <a:lnTo>
                    <a:pt x="51586" y="127970"/>
                  </a:lnTo>
                  <a:lnTo>
                    <a:pt x="51586" y="124865"/>
                  </a:lnTo>
                  <a:lnTo>
                    <a:pt x="36221" y="117102"/>
                  </a:lnTo>
                  <a:lnTo>
                    <a:pt x="36221" y="115771"/>
                  </a:lnTo>
                  <a:cubicBezTo>
                    <a:pt x="39487" y="108157"/>
                    <a:pt x="53887" y="80582"/>
                    <a:pt x="93226" y="67644"/>
                  </a:cubicBezTo>
                  <a:cubicBezTo>
                    <a:pt x="95230" y="66979"/>
                    <a:pt x="97308" y="66461"/>
                    <a:pt x="99460" y="65870"/>
                  </a:cubicBezTo>
                  <a:lnTo>
                    <a:pt x="99460" y="117102"/>
                  </a:lnTo>
                  <a:lnTo>
                    <a:pt x="83873" y="124865"/>
                  </a:lnTo>
                  <a:lnTo>
                    <a:pt x="83873" y="127970"/>
                  </a:lnTo>
                  <a:lnTo>
                    <a:pt x="135459" y="127970"/>
                  </a:lnTo>
                  <a:lnTo>
                    <a:pt x="135459" y="124865"/>
                  </a:lnTo>
                  <a:lnTo>
                    <a:pt x="119723" y="117102"/>
                  </a:lnTo>
                  <a:lnTo>
                    <a:pt x="119723" y="62026"/>
                  </a:lnTo>
                  <a:cubicBezTo>
                    <a:pt x="123583" y="61582"/>
                    <a:pt x="127591" y="61212"/>
                    <a:pt x="131822" y="61065"/>
                  </a:cubicBezTo>
                  <a:lnTo>
                    <a:pt x="128037" y="52045"/>
                  </a:lnTo>
                  <a:cubicBezTo>
                    <a:pt x="125142" y="52267"/>
                    <a:pt x="122396" y="52489"/>
                    <a:pt x="119649" y="52785"/>
                  </a:cubicBezTo>
                  <a:lnTo>
                    <a:pt x="119649" y="10941"/>
                  </a:lnTo>
                  <a:lnTo>
                    <a:pt x="135385" y="31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46" name="Google Shape;2746;p51"/>
            <p:cNvSpPr/>
            <p:nvPr/>
          </p:nvSpPr>
          <p:spPr>
            <a:xfrm>
              <a:off x="3867807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47" name="Google Shape;2747;p51"/>
            <p:cNvSpPr/>
            <p:nvPr/>
          </p:nvSpPr>
          <p:spPr>
            <a:xfrm>
              <a:off x="4195953" y="1185459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48" name="Google Shape;2748;p51"/>
            <p:cNvSpPr/>
            <p:nvPr/>
          </p:nvSpPr>
          <p:spPr>
            <a:xfrm>
              <a:off x="3953017" y="1185459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49" name="Google Shape;2749;p51"/>
            <p:cNvSpPr/>
            <p:nvPr/>
          </p:nvSpPr>
          <p:spPr>
            <a:xfrm>
              <a:off x="4081276" y="1185459"/>
              <a:ext cx="99312" cy="128043"/>
            </a:xfrm>
            <a:custGeom>
              <a:avLst/>
              <a:gdLst/>
              <a:ahLst/>
              <a:cxnLst/>
              <a:rect l="l" t="t" r="r" b="b"/>
              <a:pathLst>
                <a:path w="99312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4056"/>
                  </a:lnTo>
                  <a:lnTo>
                    <a:pt x="99312" y="84056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50" name="Google Shape;2750;p51"/>
            <p:cNvSpPr/>
            <p:nvPr/>
          </p:nvSpPr>
          <p:spPr>
            <a:xfrm>
              <a:off x="4627715" y="1185459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0"/>
                  </a:moveTo>
                  <a:lnTo>
                    <a:pt x="0" y="3105"/>
                  </a:lnTo>
                  <a:lnTo>
                    <a:pt x="15735" y="10867"/>
                  </a:lnTo>
                  <a:lnTo>
                    <a:pt x="15735" y="117250"/>
                  </a:lnTo>
                  <a:lnTo>
                    <a:pt x="0" y="124938"/>
                  </a:lnTo>
                  <a:lnTo>
                    <a:pt x="0" y="128043"/>
                  </a:lnTo>
                  <a:lnTo>
                    <a:pt x="103246" y="128043"/>
                  </a:lnTo>
                  <a:lnTo>
                    <a:pt x="103246" y="91819"/>
                  </a:lnTo>
                  <a:lnTo>
                    <a:pt x="100129" y="91819"/>
                  </a:lnTo>
                  <a:lnTo>
                    <a:pt x="87288" y="117398"/>
                  </a:lnTo>
                  <a:lnTo>
                    <a:pt x="36221" y="117398"/>
                  </a:lnTo>
                  <a:lnTo>
                    <a:pt x="36221" y="67348"/>
                  </a:lnTo>
                  <a:lnTo>
                    <a:pt x="68583" y="67348"/>
                  </a:lnTo>
                  <a:lnTo>
                    <a:pt x="78529" y="83243"/>
                  </a:lnTo>
                  <a:lnTo>
                    <a:pt x="81647" y="83243"/>
                  </a:lnTo>
                  <a:lnTo>
                    <a:pt x="81647" y="40365"/>
                  </a:lnTo>
                  <a:lnTo>
                    <a:pt x="78529" y="40365"/>
                  </a:lnTo>
                  <a:lnTo>
                    <a:pt x="68583" y="56703"/>
                  </a:lnTo>
                  <a:lnTo>
                    <a:pt x="36221" y="56703"/>
                  </a:lnTo>
                  <a:lnTo>
                    <a:pt x="36221" y="10720"/>
                  </a:lnTo>
                  <a:lnTo>
                    <a:pt x="82018" y="10720"/>
                  </a:lnTo>
                  <a:lnTo>
                    <a:pt x="94636" y="33415"/>
                  </a:lnTo>
                  <a:lnTo>
                    <a:pt x="97753" y="33415"/>
                  </a:lnTo>
                  <a:lnTo>
                    <a:pt x="977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51" name="Google Shape;2751;p51"/>
            <p:cNvSpPr/>
            <p:nvPr/>
          </p:nvSpPr>
          <p:spPr>
            <a:xfrm>
              <a:off x="4265946" y="1184498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137315" y="0"/>
                  </a:moveTo>
                  <a:lnTo>
                    <a:pt x="173536" y="118729"/>
                  </a:lnTo>
                  <a:lnTo>
                    <a:pt x="188381" y="125900"/>
                  </a:lnTo>
                  <a:lnTo>
                    <a:pt x="188381" y="129005"/>
                  </a:lnTo>
                  <a:lnTo>
                    <a:pt x="135979" y="129005"/>
                  </a:lnTo>
                  <a:lnTo>
                    <a:pt x="135979" y="125900"/>
                  </a:lnTo>
                  <a:lnTo>
                    <a:pt x="152531" y="118729"/>
                  </a:lnTo>
                  <a:lnTo>
                    <a:pt x="128779" y="36890"/>
                  </a:lnTo>
                  <a:lnTo>
                    <a:pt x="127591" y="36890"/>
                  </a:lnTo>
                  <a:lnTo>
                    <a:pt x="93894" y="130040"/>
                  </a:lnTo>
                  <a:lnTo>
                    <a:pt x="85729" y="130040"/>
                  </a:lnTo>
                  <a:lnTo>
                    <a:pt x="51437" y="36890"/>
                  </a:lnTo>
                  <a:lnTo>
                    <a:pt x="50250" y="36890"/>
                  </a:lnTo>
                  <a:lnTo>
                    <a:pt x="26721" y="118581"/>
                  </a:lnTo>
                  <a:lnTo>
                    <a:pt x="43273" y="125900"/>
                  </a:lnTo>
                  <a:lnTo>
                    <a:pt x="43273" y="129005"/>
                  </a:lnTo>
                  <a:lnTo>
                    <a:pt x="0" y="129005"/>
                  </a:lnTo>
                  <a:lnTo>
                    <a:pt x="0" y="125900"/>
                  </a:lnTo>
                  <a:lnTo>
                    <a:pt x="13064" y="118950"/>
                  </a:lnTo>
                  <a:lnTo>
                    <a:pt x="49656" y="0"/>
                  </a:lnTo>
                  <a:lnTo>
                    <a:pt x="57672" y="0"/>
                  </a:lnTo>
                  <a:lnTo>
                    <a:pt x="92706" y="92928"/>
                  </a:lnTo>
                  <a:lnTo>
                    <a:pt x="94116" y="92928"/>
                  </a:lnTo>
                  <a:lnTo>
                    <a:pt x="129521" y="0"/>
                  </a:lnTo>
                  <a:lnTo>
                    <a:pt x="1373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52" name="Google Shape;2752;p51"/>
            <p:cNvSpPr/>
            <p:nvPr/>
          </p:nvSpPr>
          <p:spPr>
            <a:xfrm>
              <a:off x="3710675" y="11845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53" name="Google Shape;2753;p51"/>
            <p:cNvSpPr/>
            <p:nvPr/>
          </p:nvSpPr>
          <p:spPr>
            <a:xfrm>
              <a:off x="3520883" y="1157070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9" y="186225"/>
                  </a:moveTo>
                  <a:cubicBezTo>
                    <a:pt x="73927" y="186225"/>
                    <a:pt x="58192" y="182381"/>
                    <a:pt x="44386" y="174692"/>
                  </a:cubicBezTo>
                  <a:cubicBezTo>
                    <a:pt x="30580" y="167004"/>
                    <a:pt x="19669" y="156580"/>
                    <a:pt x="11802" y="143347"/>
                  </a:cubicBezTo>
                  <a:cubicBezTo>
                    <a:pt x="3934" y="130113"/>
                    <a:pt x="0" y="115032"/>
                    <a:pt x="0" y="98029"/>
                  </a:cubicBezTo>
                  <a:cubicBezTo>
                    <a:pt x="0" y="83982"/>
                    <a:pt x="2524" y="71045"/>
                    <a:pt x="7571" y="59142"/>
                  </a:cubicBezTo>
                  <a:cubicBezTo>
                    <a:pt x="12618" y="47314"/>
                    <a:pt x="19521" y="36964"/>
                    <a:pt x="28354" y="28093"/>
                  </a:cubicBezTo>
                  <a:cubicBezTo>
                    <a:pt x="37186" y="19221"/>
                    <a:pt x="47429" y="12346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5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70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7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2" y="132183"/>
                  </a:cubicBezTo>
                  <a:cubicBezTo>
                    <a:pt x="37929" y="145121"/>
                    <a:pt x="47207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5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54" name="Google Shape;2754;p51"/>
            <p:cNvSpPr/>
            <p:nvPr/>
          </p:nvSpPr>
          <p:spPr>
            <a:xfrm>
              <a:off x="2351852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55" name="Google Shape;2755;p51"/>
            <p:cNvSpPr/>
            <p:nvPr/>
          </p:nvSpPr>
          <p:spPr>
            <a:xfrm>
              <a:off x="2480037" y="1184867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3982"/>
                  </a:lnTo>
                  <a:lnTo>
                    <a:pt x="99386" y="83982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56" name="Google Shape;2756;p51"/>
            <p:cNvSpPr/>
            <p:nvPr/>
          </p:nvSpPr>
          <p:spPr>
            <a:xfrm>
              <a:off x="2612453" y="1183019"/>
              <a:ext cx="83799" cy="132109"/>
            </a:xfrm>
            <a:custGeom>
              <a:avLst/>
              <a:gdLst/>
              <a:ahLst/>
              <a:cxnLst/>
              <a:rect l="l" t="t" r="r" b="b"/>
              <a:pathLst>
                <a:path w="83799" h="132109" extrusionOk="0">
                  <a:moveTo>
                    <a:pt x="40675" y="131814"/>
                  </a:moveTo>
                  <a:cubicBezTo>
                    <a:pt x="32510" y="131814"/>
                    <a:pt x="25533" y="131075"/>
                    <a:pt x="19744" y="129522"/>
                  </a:cubicBezTo>
                  <a:cubicBezTo>
                    <a:pt x="13954" y="127970"/>
                    <a:pt x="8016" y="125678"/>
                    <a:pt x="1930" y="122721"/>
                  </a:cubicBezTo>
                  <a:lnTo>
                    <a:pt x="0" y="90710"/>
                  </a:lnTo>
                  <a:lnTo>
                    <a:pt x="3117" y="90710"/>
                  </a:lnTo>
                  <a:lnTo>
                    <a:pt x="13435" y="111853"/>
                  </a:lnTo>
                  <a:cubicBezTo>
                    <a:pt x="17962" y="115624"/>
                    <a:pt x="22490" y="118359"/>
                    <a:pt x="26869" y="119985"/>
                  </a:cubicBezTo>
                  <a:cubicBezTo>
                    <a:pt x="31323" y="121686"/>
                    <a:pt x="35702" y="122499"/>
                    <a:pt x="40155" y="122499"/>
                  </a:cubicBezTo>
                  <a:cubicBezTo>
                    <a:pt x="47652" y="122499"/>
                    <a:pt x="53664" y="120577"/>
                    <a:pt x="57969" y="116659"/>
                  </a:cubicBezTo>
                  <a:cubicBezTo>
                    <a:pt x="62274" y="112740"/>
                    <a:pt x="64501" y="107491"/>
                    <a:pt x="64501" y="100764"/>
                  </a:cubicBezTo>
                  <a:cubicBezTo>
                    <a:pt x="64501" y="95441"/>
                    <a:pt x="63313" y="91227"/>
                    <a:pt x="60864" y="88048"/>
                  </a:cubicBezTo>
                  <a:cubicBezTo>
                    <a:pt x="58489" y="84869"/>
                    <a:pt x="54926" y="82060"/>
                    <a:pt x="50176" y="79547"/>
                  </a:cubicBezTo>
                  <a:cubicBezTo>
                    <a:pt x="45425" y="77033"/>
                    <a:pt x="39636" y="74076"/>
                    <a:pt x="32733" y="70749"/>
                  </a:cubicBezTo>
                  <a:cubicBezTo>
                    <a:pt x="23529" y="66314"/>
                    <a:pt x="16404" y="61730"/>
                    <a:pt x="11505" y="56851"/>
                  </a:cubicBezTo>
                  <a:cubicBezTo>
                    <a:pt x="6606" y="51971"/>
                    <a:pt x="4082" y="45170"/>
                    <a:pt x="4082" y="36373"/>
                  </a:cubicBezTo>
                  <a:cubicBezTo>
                    <a:pt x="4082" y="31715"/>
                    <a:pt x="5196" y="27206"/>
                    <a:pt x="7497" y="22918"/>
                  </a:cubicBezTo>
                  <a:cubicBezTo>
                    <a:pt x="9798" y="18556"/>
                    <a:pt x="12841" y="14712"/>
                    <a:pt x="16775" y="11311"/>
                  </a:cubicBezTo>
                  <a:cubicBezTo>
                    <a:pt x="20709" y="7910"/>
                    <a:pt x="25014" y="5175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9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431" y="18630"/>
                  </a:lnTo>
                  <a:cubicBezTo>
                    <a:pt x="62274" y="15377"/>
                    <a:pt x="58489" y="13085"/>
                    <a:pt x="55149" y="11681"/>
                  </a:cubicBezTo>
                  <a:cubicBezTo>
                    <a:pt x="51809" y="10276"/>
                    <a:pt x="47949" y="9537"/>
                    <a:pt x="43644" y="9537"/>
                  </a:cubicBezTo>
                  <a:cubicBezTo>
                    <a:pt x="38077" y="9537"/>
                    <a:pt x="33401" y="11385"/>
                    <a:pt x="29690" y="15155"/>
                  </a:cubicBezTo>
                  <a:cubicBezTo>
                    <a:pt x="25978" y="18926"/>
                    <a:pt x="24123" y="23657"/>
                    <a:pt x="24123" y="29349"/>
                  </a:cubicBezTo>
                  <a:cubicBezTo>
                    <a:pt x="24123" y="35707"/>
                    <a:pt x="26127" y="40660"/>
                    <a:pt x="30061" y="44283"/>
                  </a:cubicBezTo>
                  <a:cubicBezTo>
                    <a:pt x="33995" y="47905"/>
                    <a:pt x="40452" y="51750"/>
                    <a:pt x="49285" y="55964"/>
                  </a:cubicBezTo>
                  <a:cubicBezTo>
                    <a:pt x="57078" y="59734"/>
                    <a:pt x="63536" y="63282"/>
                    <a:pt x="68657" y="66757"/>
                  </a:cubicBezTo>
                  <a:cubicBezTo>
                    <a:pt x="73779" y="70158"/>
                    <a:pt x="77564" y="74002"/>
                    <a:pt x="80088" y="78290"/>
                  </a:cubicBezTo>
                  <a:cubicBezTo>
                    <a:pt x="82537" y="82578"/>
                    <a:pt x="83799" y="87974"/>
                    <a:pt x="83799" y="94628"/>
                  </a:cubicBezTo>
                  <a:cubicBezTo>
                    <a:pt x="83799" y="100690"/>
                    <a:pt x="82537" y="106087"/>
                    <a:pt x="79939" y="110744"/>
                  </a:cubicBezTo>
                  <a:cubicBezTo>
                    <a:pt x="77342" y="115402"/>
                    <a:pt x="73927" y="119320"/>
                    <a:pt x="69622" y="122499"/>
                  </a:cubicBezTo>
                  <a:cubicBezTo>
                    <a:pt x="65317" y="125678"/>
                    <a:pt x="60715" y="128043"/>
                    <a:pt x="55668" y="129670"/>
                  </a:cubicBezTo>
                  <a:cubicBezTo>
                    <a:pt x="50695" y="131296"/>
                    <a:pt x="45722" y="132110"/>
                    <a:pt x="40749" y="13211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57" name="Google Shape;2757;p51"/>
            <p:cNvSpPr/>
            <p:nvPr/>
          </p:nvSpPr>
          <p:spPr>
            <a:xfrm>
              <a:off x="2727649" y="1182871"/>
              <a:ext cx="111558" cy="131961"/>
            </a:xfrm>
            <a:custGeom>
              <a:avLst/>
              <a:gdLst/>
              <a:ahLst/>
              <a:cxnLst/>
              <a:rect l="l" t="t" r="r" b="b"/>
              <a:pathLst>
                <a:path w="111558" h="131961" extrusionOk="0">
                  <a:moveTo>
                    <a:pt x="65243" y="131962"/>
                  </a:moveTo>
                  <a:cubicBezTo>
                    <a:pt x="51883" y="131962"/>
                    <a:pt x="40304" y="129226"/>
                    <a:pt x="30580" y="123830"/>
                  </a:cubicBezTo>
                  <a:cubicBezTo>
                    <a:pt x="20857" y="118359"/>
                    <a:pt x="13286" y="110966"/>
                    <a:pt x="8016" y="101503"/>
                  </a:cubicBezTo>
                  <a:cubicBezTo>
                    <a:pt x="2672" y="92040"/>
                    <a:pt x="0" y="81321"/>
                    <a:pt x="0" y="69271"/>
                  </a:cubicBezTo>
                  <a:cubicBezTo>
                    <a:pt x="0" y="59956"/>
                    <a:pt x="1781" y="51158"/>
                    <a:pt x="5493" y="42878"/>
                  </a:cubicBezTo>
                  <a:cubicBezTo>
                    <a:pt x="9130" y="34598"/>
                    <a:pt x="14103" y="27206"/>
                    <a:pt x="20412" y="20774"/>
                  </a:cubicBezTo>
                  <a:cubicBezTo>
                    <a:pt x="26721" y="14268"/>
                    <a:pt x="33921" y="9241"/>
                    <a:pt x="42159" y="5545"/>
                  </a:cubicBezTo>
                  <a:cubicBezTo>
                    <a:pt x="50324" y="1848"/>
                    <a:pt x="59008" y="0"/>
                    <a:pt x="68286" y="0"/>
                  </a:cubicBezTo>
                  <a:cubicBezTo>
                    <a:pt x="74892" y="0"/>
                    <a:pt x="80459" y="444"/>
                    <a:pt x="85061" y="1257"/>
                  </a:cubicBezTo>
                  <a:cubicBezTo>
                    <a:pt x="89589" y="2070"/>
                    <a:pt x="93671" y="3179"/>
                    <a:pt x="97234" y="4584"/>
                  </a:cubicBezTo>
                  <a:cubicBezTo>
                    <a:pt x="100796" y="5914"/>
                    <a:pt x="104434" y="7541"/>
                    <a:pt x="108070" y="9315"/>
                  </a:cubicBezTo>
                  <a:lnTo>
                    <a:pt x="109258" y="43839"/>
                  </a:lnTo>
                  <a:lnTo>
                    <a:pt x="105769" y="43839"/>
                  </a:lnTo>
                  <a:lnTo>
                    <a:pt x="92335" y="18630"/>
                  </a:lnTo>
                  <a:cubicBezTo>
                    <a:pt x="87881" y="15525"/>
                    <a:pt x="83948" y="13233"/>
                    <a:pt x="80385" y="11829"/>
                  </a:cubicBezTo>
                  <a:cubicBezTo>
                    <a:pt x="76822" y="10424"/>
                    <a:pt x="72814" y="9685"/>
                    <a:pt x="68435" y="9685"/>
                  </a:cubicBezTo>
                  <a:cubicBezTo>
                    <a:pt x="59454" y="9685"/>
                    <a:pt x="51437" y="12050"/>
                    <a:pt x="44238" y="16634"/>
                  </a:cubicBezTo>
                  <a:cubicBezTo>
                    <a:pt x="37038" y="21217"/>
                    <a:pt x="31471" y="27723"/>
                    <a:pt x="27389" y="35929"/>
                  </a:cubicBezTo>
                  <a:cubicBezTo>
                    <a:pt x="23306" y="44135"/>
                    <a:pt x="21228" y="53598"/>
                    <a:pt x="21228" y="64391"/>
                  </a:cubicBezTo>
                  <a:cubicBezTo>
                    <a:pt x="21228" y="76442"/>
                    <a:pt x="23232" y="86718"/>
                    <a:pt x="27166" y="95367"/>
                  </a:cubicBezTo>
                  <a:cubicBezTo>
                    <a:pt x="31100" y="103943"/>
                    <a:pt x="36518" y="110523"/>
                    <a:pt x="43273" y="115032"/>
                  </a:cubicBezTo>
                  <a:cubicBezTo>
                    <a:pt x="50027" y="119542"/>
                    <a:pt x="57524" y="121834"/>
                    <a:pt x="65688" y="121834"/>
                  </a:cubicBezTo>
                  <a:cubicBezTo>
                    <a:pt x="72443" y="121834"/>
                    <a:pt x="78158" y="120946"/>
                    <a:pt x="82760" y="119098"/>
                  </a:cubicBezTo>
                  <a:cubicBezTo>
                    <a:pt x="87362" y="117250"/>
                    <a:pt x="91518" y="115180"/>
                    <a:pt x="95155" y="112666"/>
                  </a:cubicBezTo>
                  <a:lnTo>
                    <a:pt x="108219" y="90932"/>
                  </a:lnTo>
                  <a:lnTo>
                    <a:pt x="111559" y="90932"/>
                  </a:lnTo>
                  <a:lnTo>
                    <a:pt x="109258" y="122203"/>
                  </a:lnTo>
                  <a:cubicBezTo>
                    <a:pt x="103543" y="125086"/>
                    <a:pt x="97456" y="127378"/>
                    <a:pt x="90925" y="129152"/>
                  </a:cubicBezTo>
                  <a:cubicBezTo>
                    <a:pt x="84393" y="130927"/>
                    <a:pt x="76006" y="131888"/>
                    <a:pt x="65614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58" name="Google Shape;2758;p51"/>
            <p:cNvSpPr/>
            <p:nvPr/>
          </p:nvSpPr>
          <p:spPr>
            <a:xfrm>
              <a:off x="2870086" y="1183019"/>
              <a:ext cx="131079" cy="131887"/>
            </a:xfrm>
            <a:custGeom>
              <a:avLst/>
              <a:gdLst/>
              <a:ahLst/>
              <a:cxnLst/>
              <a:rect l="l" t="t" r="r" b="b"/>
              <a:pathLst>
                <a:path w="131079" h="131887" extrusionOk="0">
                  <a:moveTo>
                    <a:pt x="69325" y="122129"/>
                  </a:moveTo>
                  <a:cubicBezTo>
                    <a:pt x="77267" y="122129"/>
                    <a:pt x="84170" y="120059"/>
                    <a:pt x="90182" y="115919"/>
                  </a:cubicBezTo>
                  <a:cubicBezTo>
                    <a:pt x="96120" y="111779"/>
                    <a:pt x="100796" y="105939"/>
                    <a:pt x="104211" y="98472"/>
                  </a:cubicBezTo>
                  <a:cubicBezTo>
                    <a:pt x="107551" y="91005"/>
                    <a:pt x="109258" y="82134"/>
                    <a:pt x="109258" y="71858"/>
                  </a:cubicBezTo>
                  <a:cubicBezTo>
                    <a:pt x="109258" y="59290"/>
                    <a:pt x="107180" y="48349"/>
                    <a:pt x="103023" y="38960"/>
                  </a:cubicBezTo>
                  <a:cubicBezTo>
                    <a:pt x="98867" y="29571"/>
                    <a:pt x="93226" y="22326"/>
                    <a:pt x="86100" y="17151"/>
                  </a:cubicBezTo>
                  <a:cubicBezTo>
                    <a:pt x="78974" y="11976"/>
                    <a:pt x="71033" y="9389"/>
                    <a:pt x="62348" y="9389"/>
                  </a:cubicBezTo>
                  <a:cubicBezTo>
                    <a:pt x="54406" y="9389"/>
                    <a:pt x="47429" y="11459"/>
                    <a:pt x="41343" y="15525"/>
                  </a:cubicBezTo>
                  <a:cubicBezTo>
                    <a:pt x="35256" y="19591"/>
                    <a:pt x="30506" y="25357"/>
                    <a:pt x="27017" y="32898"/>
                  </a:cubicBezTo>
                  <a:cubicBezTo>
                    <a:pt x="23603" y="40439"/>
                    <a:pt x="21822" y="49236"/>
                    <a:pt x="21822" y="59512"/>
                  </a:cubicBezTo>
                  <a:cubicBezTo>
                    <a:pt x="21822" y="72080"/>
                    <a:pt x="23900" y="83021"/>
                    <a:pt x="28131" y="92484"/>
                  </a:cubicBezTo>
                  <a:cubicBezTo>
                    <a:pt x="32362" y="101947"/>
                    <a:pt x="38077" y="109266"/>
                    <a:pt x="45277" y="114441"/>
                  </a:cubicBezTo>
                  <a:cubicBezTo>
                    <a:pt x="52477" y="119616"/>
                    <a:pt x="60493" y="122203"/>
                    <a:pt x="69325" y="122203"/>
                  </a:cubicBezTo>
                  <a:moveTo>
                    <a:pt x="65466" y="131888"/>
                  </a:moveTo>
                  <a:cubicBezTo>
                    <a:pt x="56113" y="131888"/>
                    <a:pt x="47429" y="130261"/>
                    <a:pt x="39487" y="126935"/>
                  </a:cubicBezTo>
                  <a:cubicBezTo>
                    <a:pt x="31471" y="123608"/>
                    <a:pt x="24568" y="119024"/>
                    <a:pt x="18630" y="113184"/>
                  </a:cubicBezTo>
                  <a:cubicBezTo>
                    <a:pt x="12692" y="107270"/>
                    <a:pt x="8165" y="100320"/>
                    <a:pt x="4899" y="92336"/>
                  </a:cubicBezTo>
                  <a:cubicBezTo>
                    <a:pt x="1633" y="84352"/>
                    <a:pt x="0" y="75555"/>
                    <a:pt x="0" y="65944"/>
                  </a:cubicBezTo>
                  <a:cubicBezTo>
                    <a:pt x="0" y="56333"/>
                    <a:pt x="1633" y="47610"/>
                    <a:pt x="4899" y="39552"/>
                  </a:cubicBezTo>
                  <a:cubicBezTo>
                    <a:pt x="8165" y="31567"/>
                    <a:pt x="12692" y="24544"/>
                    <a:pt x="18630" y="18704"/>
                  </a:cubicBezTo>
                  <a:cubicBezTo>
                    <a:pt x="24568" y="12790"/>
                    <a:pt x="31471" y="8206"/>
                    <a:pt x="39487" y="4953"/>
                  </a:cubicBezTo>
                  <a:cubicBezTo>
                    <a:pt x="47503" y="1626"/>
                    <a:pt x="56113" y="0"/>
                    <a:pt x="65466" y="0"/>
                  </a:cubicBezTo>
                  <a:cubicBezTo>
                    <a:pt x="74818" y="0"/>
                    <a:pt x="83502" y="1626"/>
                    <a:pt x="91444" y="4953"/>
                  </a:cubicBezTo>
                  <a:cubicBezTo>
                    <a:pt x="99460" y="8280"/>
                    <a:pt x="106363" y="12864"/>
                    <a:pt x="112301" y="18704"/>
                  </a:cubicBezTo>
                  <a:cubicBezTo>
                    <a:pt x="118239" y="24618"/>
                    <a:pt x="122841" y="31567"/>
                    <a:pt x="126107" y="39552"/>
                  </a:cubicBezTo>
                  <a:cubicBezTo>
                    <a:pt x="129447" y="47536"/>
                    <a:pt x="131080" y="56407"/>
                    <a:pt x="131080" y="65944"/>
                  </a:cubicBezTo>
                  <a:cubicBezTo>
                    <a:pt x="131080" y="75481"/>
                    <a:pt x="129447" y="84352"/>
                    <a:pt x="126107" y="92336"/>
                  </a:cubicBezTo>
                  <a:cubicBezTo>
                    <a:pt x="122767" y="100320"/>
                    <a:pt x="118165" y="107344"/>
                    <a:pt x="112301" y="113184"/>
                  </a:cubicBezTo>
                  <a:cubicBezTo>
                    <a:pt x="106363" y="119098"/>
                    <a:pt x="99460" y="123682"/>
                    <a:pt x="91444" y="126935"/>
                  </a:cubicBezTo>
                  <a:cubicBezTo>
                    <a:pt x="83428" y="130261"/>
                    <a:pt x="74818" y="131888"/>
                    <a:pt x="65466" y="13188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59" name="Google Shape;2759;p51"/>
            <p:cNvSpPr/>
            <p:nvPr/>
          </p:nvSpPr>
          <p:spPr>
            <a:xfrm>
              <a:off x="3023359" y="1184867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60" name="Google Shape;2760;p51"/>
            <p:cNvSpPr/>
            <p:nvPr/>
          </p:nvSpPr>
          <p:spPr>
            <a:xfrm>
              <a:off x="3105599" y="1184867"/>
              <a:ext cx="99311" cy="128043"/>
            </a:xfrm>
            <a:custGeom>
              <a:avLst/>
              <a:gdLst/>
              <a:ahLst/>
              <a:cxnLst/>
              <a:rect l="l" t="t" r="r" b="b"/>
              <a:pathLst>
                <a:path w="9931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735" y="117176"/>
                  </a:lnTo>
                  <a:lnTo>
                    <a:pt x="15735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21" y="10867"/>
                  </a:lnTo>
                  <a:lnTo>
                    <a:pt x="36221" y="117398"/>
                  </a:lnTo>
                  <a:lnTo>
                    <a:pt x="82389" y="117398"/>
                  </a:lnTo>
                  <a:lnTo>
                    <a:pt x="96194" y="83982"/>
                  </a:lnTo>
                  <a:lnTo>
                    <a:pt x="99312" y="83982"/>
                  </a:lnTo>
                  <a:lnTo>
                    <a:pt x="99312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61" name="Google Shape;2761;p51"/>
            <p:cNvSpPr/>
            <p:nvPr/>
          </p:nvSpPr>
          <p:spPr>
            <a:xfrm>
              <a:off x="3255680" y="1197731"/>
              <a:ext cx="107699" cy="103277"/>
            </a:xfrm>
            <a:custGeom>
              <a:avLst/>
              <a:gdLst/>
              <a:ahLst/>
              <a:cxnLst/>
              <a:rect l="l" t="t" r="r" b="b"/>
              <a:pathLst>
                <a:path w="107699" h="103277" extrusionOk="0">
                  <a:moveTo>
                    <a:pt x="0" y="102464"/>
                  </a:moveTo>
                  <a:lnTo>
                    <a:pt x="0" y="99951"/>
                  </a:lnTo>
                  <a:lnTo>
                    <a:pt x="12618" y="93741"/>
                  </a:lnTo>
                  <a:lnTo>
                    <a:pt x="12618" y="9019"/>
                  </a:lnTo>
                  <a:lnTo>
                    <a:pt x="148" y="2514"/>
                  </a:lnTo>
                  <a:lnTo>
                    <a:pt x="148" y="0"/>
                  </a:lnTo>
                  <a:lnTo>
                    <a:pt x="24642" y="0"/>
                  </a:lnTo>
                  <a:lnTo>
                    <a:pt x="84319" y="73115"/>
                  </a:lnTo>
                  <a:lnTo>
                    <a:pt x="84319" y="8576"/>
                  </a:lnTo>
                  <a:lnTo>
                    <a:pt x="68286" y="2514"/>
                  </a:lnTo>
                  <a:lnTo>
                    <a:pt x="68286" y="0"/>
                  </a:lnTo>
                  <a:lnTo>
                    <a:pt x="107699" y="0"/>
                  </a:lnTo>
                  <a:lnTo>
                    <a:pt x="107699" y="2514"/>
                  </a:lnTo>
                  <a:lnTo>
                    <a:pt x="95230" y="8576"/>
                  </a:lnTo>
                  <a:lnTo>
                    <a:pt x="95230" y="103278"/>
                  </a:lnTo>
                  <a:lnTo>
                    <a:pt x="88549" y="103278"/>
                  </a:lnTo>
                  <a:lnTo>
                    <a:pt x="23529" y="23805"/>
                  </a:lnTo>
                  <a:lnTo>
                    <a:pt x="23529" y="93963"/>
                  </a:lnTo>
                  <a:lnTo>
                    <a:pt x="39561" y="99951"/>
                  </a:lnTo>
                  <a:lnTo>
                    <a:pt x="39561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62" name="Google Shape;2762;p51"/>
            <p:cNvSpPr/>
            <p:nvPr/>
          </p:nvSpPr>
          <p:spPr>
            <a:xfrm>
              <a:off x="3368798" y="1196696"/>
              <a:ext cx="108144" cy="102833"/>
            </a:xfrm>
            <a:custGeom>
              <a:avLst/>
              <a:gdLst/>
              <a:ahLst/>
              <a:cxnLst/>
              <a:rect l="l" t="t" r="r" b="b"/>
              <a:pathLst>
                <a:path w="108144" h="102833" extrusionOk="0">
                  <a:moveTo>
                    <a:pt x="30951" y="69049"/>
                  </a:moveTo>
                  <a:lnTo>
                    <a:pt x="30951" y="69049"/>
                  </a:lnTo>
                  <a:lnTo>
                    <a:pt x="50472" y="21365"/>
                  </a:lnTo>
                  <a:lnTo>
                    <a:pt x="62423" y="50567"/>
                  </a:lnTo>
                  <a:cubicBezTo>
                    <a:pt x="48617" y="55224"/>
                    <a:pt x="38448" y="62174"/>
                    <a:pt x="31026" y="69123"/>
                  </a:cubicBezTo>
                  <a:moveTo>
                    <a:pt x="97605" y="94924"/>
                  </a:moveTo>
                  <a:lnTo>
                    <a:pt x="80385" y="53450"/>
                  </a:lnTo>
                  <a:lnTo>
                    <a:pt x="80385" y="53450"/>
                  </a:lnTo>
                  <a:cubicBezTo>
                    <a:pt x="84913" y="52711"/>
                    <a:pt x="89811" y="52193"/>
                    <a:pt x="95081" y="51971"/>
                  </a:cubicBezTo>
                  <a:lnTo>
                    <a:pt x="92186" y="44948"/>
                  </a:lnTo>
                  <a:cubicBezTo>
                    <a:pt x="86991" y="45244"/>
                    <a:pt x="82166" y="45835"/>
                    <a:pt x="77638" y="46649"/>
                  </a:cubicBezTo>
                  <a:lnTo>
                    <a:pt x="77638" y="46649"/>
                  </a:lnTo>
                  <a:lnTo>
                    <a:pt x="58266" y="0"/>
                  </a:lnTo>
                  <a:lnTo>
                    <a:pt x="49730" y="0"/>
                  </a:lnTo>
                  <a:lnTo>
                    <a:pt x="9798" y="95293"/>
                  </a:lnTo>
                  <a:lnTo>
                    <a:pt x="0" y="100394"/>
                  </a:lnTo>
                  <a:lnTo>
                    <a:pt x="0" y="102834"/>
                  </a:lnTo>
                  <a:lnTo>
                    <a:pt x="33549" y="102834"/>
                  </a:lnTo>
                  <a:lnTo>
                    <a:pt x="33549" y="100394"/>
                  </a:lnTo>
                  <a:lnTo>
                    <a:pt x="20709" y="95219"/>
                  </a:lnTo>
                  <a:cubicBezTo>
                    <a:pt x="22490" y="90636"/>
                    <a:pt x="33252" y="67570"/>
                    <a:pt x="65243" y="56999"/>
                  </a:cubicBezTo>
                  <a:lnTo>
                    <a:pt x="65243" y="56999"/>
                  </a:lnTo>
                  <a:lnTo>
                    <a:pt x="80756" y="94998"/>
                  </a:lnTo>
                  <a:lnTo>
                    <a:pt x="67099" y="100394"/>
                  </a:lnTo>
                  <a:lnTo>
                    <a:pt x="67099" y="102834"/>
                  </a:lnTo>
                  <a:lnTo>
                    <a:pt x="108145" y="102834"/>
                  </a:lnTo>
                  <a:lnTo>
                    <a:pt x="108145" y="100394"/>
                  </a:lnTo>
                  <a:lnTo>
                    <a:pt x="97753" y="94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63" name="Google Shape;2763;p51"/>
            <p:cNvSpPr/>
            <p:nvPr/>
          </p:nvSpPr>
          <p:spPr>
            <a:xfrm>
              <a:off x="2136899" y="1155074"/>
              <a:ext cx="179028" cy="186150"/>
            </a:xfrm>
            <a:custGeom>
              <a:avLst/>
              <a:gdLst/>
              <a:ahLst/>
              <a:cxnLst/>
              <a:rect l="l" t="t" r="r" b="b"/>
              <a:pathLst>
                <a:path w="179028" h="186150" extrusionOk="0">
                  <a:moveTo>
                    <a:pt x="95155" y="174544"/>
                  </a:moveTo>
                  <a:cubicBezTo>
                    <a:pt x="107254" y="174544"/>
                    <a:pt x="117868" y="171513"/>
                    <a:pt x="126998" y="165525"/>
                  </a:cubicBezTo>
                  <a:cubicBezTo>
                    <a:pt x="136127" y="159537"/>
                    <a:pt x="143327" y="151035"/>
                    <a:pt x="148448" y="140094"/>
                  </a:cubicBezTo>
                  <a:cubicBezTo>
                    <a:pt x="153570" y="129152"/>
                    <a:pt x="156168" y="116289"/>
                    <a:pt x="156168" y="101503"/>
                  </a:cubicBezTo>
                  <a:cubicBezTo>
                    <a:pt x="156168" y="83243"/>
                    <a:pt x="152976" y="67349"/>
                    <a:pt x="146518" y="53894"/>
                  </a:cubicBezTo>
                  <a:cubicBezTo>
                    <a:pt x="140135" y="40365"/>
                    <a:pt x="131525" y="29867"/>
                    <a:pt x="120689" y="22400"/>
                  </a:cubicBezTo>
                  <a:cubicBezTo>
                    <a:pt x="109852" y="14933"/>
                    <a:pt x="97902" y="11163"/>
                    <a:pt x="84690" y="11163"/>
                  </a:cubicBezTo>
                  <a:cubicBezTo>
                    <a:pt x="72591" y="11163"/>
                    <a:pt x="61903" y="14120"/>
                    <a:pt x="52551" y="20035"/>
                  </a:cubicBezTo>
                  <a:cubicBezTo>
                    <a:pt x="43198" y="25949"/>
                    <a:pt x="35924" y="34377"/>
                    <a:pt x="30729" y="45392"/>
                  </a:cubicBezTo>
                  <a:cubicBezTo>
                    <a:pt x="25533" y="56333"/>
                    <a:pt x="22861" y="69197"/>
                    <a:pt x="22861" y="83982"/>
                  </a:cubicBezTo>
                  <a:cubicBezTo>
                    <a:pt x="22861" y="102243"/>
                    <a:pt x="26053" y="118137"/>
                    <a:pt x="32510" y="131740"/>
                  </a:cubicBezTo>
                  <a:cubicBezTo>
                    <a:pt x="38893" y="145343"/>
                    <a:pt x="47578" y="155840"/>
                    <a:pt x="58489" y="163381"/>
                  </a:cubicBezTo>
                  <a:cubicBezTo>
                    <a:pt x="69400" y="170848"/>
                    <a:pt x="81647" y="174618"/>
                    <a:pt x="95155" y="174618"/>
                  </a:cubicBezTo>
                  <a:moveTo>
                    <a:pt x="89366" y="186151"/>
                  </a:moveTo>
                  <a:cubicBezTo>
                    <a:pt x="76525" y="186151"/>
                    <a:pt x="64649" y="183859"/>
                    <a:pt x="53738" y="179202"/>
                  </a:cubicBezTo>
                  <a:cubicBezTo>
                    <a:pt x="42827" y="174544"/>
                    <a:pt x="33401" y="168112"/>
                    <a:pt x="25459" y="159759"/>
                  </a:cubicBezTo>
                  <a:cubicBezTo>
                    <a:pt x="17517" y="151479"/>
                    <a:pt x="11282" y="141646"/>
                    <a:pt x="6754" y="130335"/>
                  </a:cubicBezTo>
                  <a:cubicBezTo>
                    <a:pt x="2301" y="119024"/>
                    <a:pt x="0" y="106604"/>
                    <a:pt x="0" y="93075"/>
                  </a:cubicBezTo>
                  <a:cubicBezTo>
                    <a:pt x="0" y="79547"/>
                    <a:pt x="2227" y="67127"/>
                    <a:pt x="6754" y="55816"/>
                  </a:cubicBezTo>
                  <a:cubicBezTo>
                    <a:pt x="11208" y="44505"/>
                    <a:pt x="17443" y="34672"/>
                    <a:pt x="25459" y="26392"/>
                  </a:cubicBezTo>
                  <a:cubicBezTo>
                    <a:pt x="33401" y="18112"/>
                    <a:pt x="42827" y="11607"/>
                    <a:pt x="53738" y="6949"/>
                  </a:cubicBezTo>
                  <a:cubicBezTo>
                    <a:pt x="64649" y="2292"/>
                    <a:pt x="76525" y="0"/>
                    <a:pt x="89366" y="0"/>
                  </a:cubicBezTo>
                  <a:cubicBezTo>
                    <a:pt x="102207" y="0"/>
                    <a:pt x="114083" y="2292"/>
                    <a:pt x="124994" y="6949"/>
                  </a:cubicBezTo>
                  <a:cubicBezTo>
                    <a:pt x="135904" y="11607"/>
                    <a:pt x="145405" y="18112"/>
                    <a:pt x="153421" y="26392"/>
                  </a:cubicBezTo>
                  <a:cubicBezTo>
                    <a:pt x="161512" y="34672"/>
                    <a:pt x="167747" y="44505"/>
                    <a:pt x="172274" y="55816"/>
                  </a:cubicBezTo>
                  <a:cubicBezTo>
                    <a:pt x="176728" y="67127"/>
                    <a:pt x="179029" y="79547"/>
                    <a:pt x="179029" y="93075"/>
                  </a:cubicBezTo>
                  <a:cubicBezTo>
                    <a:pt x="179029" y="106604"/>
                    <a:pt x="176802" y="119024"/>
                    <a:pt x="172274" y="130335"/>
                  </a:cubicBezTo>
                  <a:cubicBezTo>
                    <a:pt x="167821" y="141646"/>
                    <a:pt x="161512" y="151479"/>
                    <a:pt x="153421" y="159759"/>
                  </a:cubicBezTo>
                  <a:cubicBezTo>
                    <a:pt x="145331" y="168039"/>
                    <a:pt x="135904" y="174544"/>
                    <a:pt x="124994" y="179202"/>
                  </a:cubicBezTo>
                  <a:cubicBezTo>
                    <a:pt x="114083" y="183859"/>
                    <a:pt x="102207" y="186151"/>
                    <a:pt x="89366" y="18615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64" name="Google Shape;2764;p51"/>
            <p:cNvSpPr/>
            <p:nvPr/>
          </p:nvSpPr>
          <p:spPr>
            <a:xfrm>
              <a:off x="2136973" y="1414636"/>
              <a:ext cx="2593987" cy="8871"/>
            </a:xfrm>
            <a:custGeom>
              <a:avLst/>
              <a:gdLst/>
              <a:ahLst/>
              <a:cxnLst/>
              <a:rect l="l" t="t" r="r" b="b"/>
              <a:pathLst>
                <a:path w="2593987" h="8871" extrusionOk="0">
                  <a:moveTo>
                    <a:pt x="0" y="0"/>
                  </a:moveTo>
                  <a:lnTo>
                    <a:pt x="2593987" y="0"/>
                  </a:lnTo>
                  <a:lnTo>
                    <a:pt x="2593987" y="8871"/>
                  </a:lnTo>
                  <a:lnTo>
                    <a:pt x="0" y="88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65" name="Google Shape;2765;p51"/>
            <p:cNvSpPr/>
            <p:nvPr/>
          </p:nvSpPr>
          <p:spPr>
            <a:xfrm>
              <a:off x="3505593" y="1539648"/>
              <a:ext cx="104878" cy="105643"/>
            </a:xfrm>
            <a:custGeom>
              <a:avLst/>
              <a:gdLst/>
              <a:ahLst/>
              <a:cxnLst/>
              <a:rect l="l" t="t" r="r" b="b"/>
              <a:pathLst>
                <a:path w="104878" h="105643" extrusionOk="0">
                  <a:moveTo>
                    <a:pt x="55445" y="97881"/>
                  </a:moveTo>
                  <a:cubicBezTo>
                    <a:pt x="61755" y="97881"/>
                    <a:pt x="67321" y="96254"/>
                    <a:pt x="72146" y="92928"/>
                  </a:cubicBezTo>
                  <a:cubicBezTo>
                    <a:pt x="76896" y="89601"/>
                    <a:pt x="80682" y="84943"/>
                    <a:pt x="83354" y="78955"/>
                  </a:cubicBezTo>
                  <a:cubicBezTo>
                    <a:pt x="86026" y="72967"/>
                    <a:pt x="87436" y="65870"/>
                    <a:pt x="87436" y="57664"/>
                  </a:cubicBezTo>
                  <a:cubicBezTo>
                    <a:pt x="87436" y="47610"/>
                    <a:pt x="85803" y="38886"/>
                    <a:pt x="82463" y="31346"/>
                  </a:cubicBezTo>
                  <a:cubicBezTo>
                    <a:pt x="79123" y="23805"/>
                    <a:pt x="74595" y="18038"/>
                    <a:pt x="68880" y="13899"/>
                  </a:cubicBezTo>
                  <a:cubicBezTo>
                    <a:pt x="63165" y="9759"/>
                    <a:pt x="56856" y="7689"/>
                    <a:pt x="49879" y="7689"/>
                  </a:cubicBezTo>
                  <a:cubicBezTo>
                    <a:pt x="43570" y="7689"/>
                    <a:pt x="37929" y="9315"/>
                    <a:pt x="33030" y="12568"/>
                  </a:cubicBezTo>
                  <a:cubicBezTo>
                    <a:pt x="28131" y="15821"/>
                    <a:pt x="24346" y="20478"/>
                    <a:pt x="21599" y="26466"/>
                  </a:cubicBezTo>
                  <a:cubicBezTo>
                    <a:pt x="18853" y="32454"/>
                    <a:pt x="17443" y="39552"/>
                    <a:pt x="17443" y="47758"/>
                  </a:cubicBezTo>
                  <a:cubicBezTo>
                    <a:pt x="17443" y="57812"/>
                    <a:pt x="19150" y="66609"/>
                    <a:pt x="22490" y="74150"/>
                  </a:cubicBezTo>
                  <a:cubicBezTo>
                    <a:pt x="25904" y="81691"/>
                    <a:pt x="30432" y="87531"/>
                    <a:pt x="36221" y="91671"/>
                  </a:cubicBezTo>
                  <a:cubicBezTo>
                    <a:pt x="42011" y="95811"/>
                    <a:pt x="48394" y="97881"/>
                    <a:pt x="55445" y="97881"/>
                  </a:cubicBezTo>
                  <a:moveTo>
                    <a:pt x="52328" y="105643"/>
                  </a:moveTo>
                  <a:cubicBezTo>
                    <a:pt x="44831" y="105643"/>
                    <a:pt x="37929" y="104313"/>
                    <a:pt x="31545" y="101725"/>
                  </a:cubicBezTo>
                  <a:cubicBezTo>
                    <a:pt x="25162" y="99064"/>
                    <a:pt x="19595" y="95441"/>
                    <a:pt x="14845" y="90710"/>
                  </a:cubicBezTo>
                  <a:cubicBezTo>
                    <a:pt x="10095" y="85978"/>
                    <a:pt x="6457" y="80434"/>
                    <a:pt x="3860" y="74002"/>
                  </a:cubicBezTo>
                  <a:cubicBezTo>
                    <a:pt x="1262" y="67570"/>
                    <a:pt x="0" y="60547"/>
                    <a:pt x="0" y="52859"/>
                  </a:cubicBezTo>
                  <a:cubicBezTo>
                    <a:pt x="0" y="45170"/>
                    <a:pt x="1336" y="38147"/>
                    <a:pt x="3860" y="31715"/>
                  </a:cubicBezTo>
                  <a:cubicBezTo>
                    <a:pt x="6457" y="25283"/>
                    <a:pt x="10095" y="19739"/>
                    <a:pt x="14845" y="15007"/>
                  </a:cubicBezTo>
                  <a:cubicBezTo>
                    <a:pt x="19595" y="10276"/>
                    <a:pt x="25162" y="6654"/>
                    <a:pt x="31545" y="3992"/>
                  </a:cubicBezTo>
                  <a:cubicBezTo>
                    <a:pt x="37929" y="1331"/>
                    <a:pt x="44831" y="0"/>
                    <a:pt x="52328" y="0"/>
                  </a:cubicBezTo>
                  <a:cubicBezTo>
                    <a:pt x="59825" y="0"/>
                    <a:pt x="66727" y="1331"/>
                    <a:pt x="73111" y="3992"/>
                  </a:cubicBezTo>
                  <a:cubicBezTo>
                    <a:pt x="79494" y="6654"/>
                    <a:pt x="85061" y="10276"/>
                    <a:pt x="89811" y="15007"/>
                  </a:cubicBezTo>
                  <a:cubicBezTo>
                    <a:pt x="94562" y="19739"/>
                    <a:pt x="98199" y="25283"/>
                    <a:pt x="100871" y="31715"/>
                  </a:cubicBezTo>
                  <a:cubicBezTo>
                    <a:pt x="103543" y="38147"/>
                    <a:pt x="104879" y="45170"/>
                    <a:pt x="104879" y="52859"/>
                  </a:cubicBezTo>
                  <a:cubicBezTo>
                    <a:pt x="104879" y="60547"/>
                    <a:pt x="103543" y="67570"/>
                    <a:pt x="100871" y="74002"/>
                  </a:cubicBezTo>
                  <a:cubicBezTo>
                    <a:pt x="98199" y="80434"/>
                    <a:pt x="94562" y="85978"/>
                    <a:pt x="89811" y="90710"/>
                  </a:cubicBezTo>
                  <a:cubicBezTo>
                    <a:pt x="85061" y="95441"/>
                    <a:pt x="79494" y="99064"/>
                    <a:pt x="73111" y="101725"/>
                  </a:cubicBezTo>
                  <a:cubicBezTo>
                    <a:pt x="66727" y="104386"/>
                    <a:pt x="59825" y="105643"/>
                    <a:pt x="52328" y="105643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66" name="Google Shape;2766;p51"/>
            <p:cNvSpPr/>
            <p:nvPr/>
          </p:nvSpPr>
          <p:spPr>
            <a:xfrm>
              <a:off x="3630141" y="1541275"/>
              <a:ext cx="76673" cy="102464"/>
            </a:xfrm>
            <a:custGeom>
              <a:avLst/>
              <a:gdLst/>
              <a:ahLst/>
              <a:cxnLst/>
              <a:rect l="l" t="t" r="r" b="b"/>
              <a:pathLst>
                <a:path w="76673" h="102464" extrusionOk="0">
                  <a:moveTo>
                    <a:pt x="0" y="102464"/>
                  </a:moveTo>
                  <a:lnTo>
                    <a:pt x="0" y="100025"/>
                  </a:lnTo>
                  <a:lnTo>
                    <a:pt x="12618" y="93815"/>
                  </a:lnTo>
                  <a:lnTo>
                    <a:pt x="12618" y="8724"/>
                  </a:lnTo>
                  <a:lnTo>
                    <a:pt x="0" y="2514"/>
                  </a:lnTo>
                  <a:lnTo>
                    <a:pt x="0" y="0"/>
                  </a:lnTo>
                  <a:lnTo>
                    <a:pt x="76674" y="0"/>
                  </a:lnTo>
                  <a:lnTo>
                    <a:pt x="76674" y="26762"/>
                  </a:lnTo>
                  <a:lnTo>
                    <a:pt x="74150" y="26762"/>
                  </a:lnTo>
                  <a:lnTo>
                    <a:pt x="64352" y="8576"/>
                  </a:lnTo>
                  <a:lnTo>
                    <a:pt x="28947" y="8576"/>
                  </a:lnTo>
                  <a:lnTo>
                    <a:pt x="28947" y="45540"/>
                  </a:lnTo>
                  <a:lnTo>
                    <a:pt x="53293" y="45540"/>
                  </a:lnTo>
                  <a:lnTo>
                    <a:pt x="61235" y="32454"/>
                  </a:lnTo>
                  <a:lnTo>
                    <a:pt x="63759" y="32454"/>
                  </a:lnTo>
                  <a:lnTo>
                    <a:pt x="63759" y="66461"/>
                  </a:lnTo>
                  <a:lnTo>
                    <a:pt x="61235" y="66461"/>
                  </a:lnTo>
                  <a:lnTo>
                    <a:pt x="53293" y="53746"/>
                  </a:lnTo>
                  <a:lnTo>
                    <a:pt x="28947" y="53746"/>
                  </a:lnTo>
                  <a:lnTo>
                    <a:pt x="28947" y="93815"/>
                  </a:lnTo>
                  <a:lnTo>
                    <a:pt x="43347" y="100025"/>
                  </a:lnTo>
                  <a:lnTo>
                    <a:pt x="43347" y="102464"/>
                  </a:lnTo>
                  <a:lnTo>
                    <a:pt x="0" y="1024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67" name="Google Shape;2767;p51"/>
            <p:cNvSpPr/>
            <p:nvPr/>
          </p:nvSpPr>
          <p:spPr>
            <a:xfrm>
              <a:off x="4097086" y="1528485"/>
              <a:ext cx="99386" cy="128043"/>
            </a:xfrm>
            <a:custGeom>
              <a:avLst/>
              <a:gdLst/>
              <a:ahLst/>
              <a:cxnLst/>
              <a:rect l="l" t="t" r="r" b="b"/>
              <a:pathLst>
                <a:path w="99386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3961" y="0"/>
                  </a:lnTo>
                  <a:lnTo>
                    <a:pt x="53961" y="3105"/>
                  </a:lnTo>
                  <a:lnTo>
                    <a:pt x="36296" y="10867"/>
                  </a:lnTo>
                  <a:lnTo>
                    <a:pt x="36296" y="117398"/>
                  </a:lnTo>
                  <a:lnTo>
                    <a:pt x="82463" y="117398"/>
                  </a:lnTo>
                  <a:lnTo>
                    <a:pt x="96269" y="84056"/>
                  </a:lnTo>
                  <a:lnTo>
                    <a:pt x="99386" y="84056"/>
                  </a:lnTo>
                  <a:lnTo>
                    <a:pt x="9938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68" name="Google Shape;2768;p51"/>
            <p:cNvSpPr/>
            <p:nvPr/>
          </p:nvSpPr>
          <p:spPr>
            <a:xfrm>
              <a:off x="4194542" y="1527524"/>
              <a:ext cx="188381" cy="130039"/>
            </a:xfrm>
            <a:custGeom>
              <a:avLst/>
              <a:gdLst/>
              <a:ahLst/>
              <a:cxnLst/>
              <a:rect l="l" t="t" r="r" b="b"/>
              <a:pathLst>
                <a:path w="188381" h="130039" extrusionOk="0">
                  <a:moveTo>
                    <a:pt x="50992" y="130040"/>
                  </a:moveTo>
                  <a:lnTo>
                    <a:pt x="14771" y="11237"/>
                  </a:lnTo>
                  <a:lnTo>
                    <a:pt x="0" y="4066"/>
                  </a:lnTo>
                  <a:lnTo>
                    <a:pt x="0" y="961"/>
                  </a:lnTo>
                  <a:lnTo>
                    <a:pt x="52402" y="961"/>
                  </a:lnTo>
                  <a:lnTo>
                    <a:pt x="52402" y="4066"/>
                  </a:lnTo>
                  <a:lnTo>
                    <a:pt x="35850" y="11237"/>
                  </a:lnTo>
                  <a:lnTo>
                    <a:pt x="59602" y="93149"/>
                  </a:lnTo>
                  <a:lnTo>
                    <a:pt x="60790" y="93149"/>
                  </a:lnTo>
                  <a:lnTo>
                    <a:pt x="94487" y="0"/>
                  </a:lnTo>
                  <a:lnTo>
                    <a:pt x="102652" y="0"/>
                  </a:lnTo>
                  <a:lnTo>
                    <a:pt x="136944" y="93149"/>
                  </a:lnTo>
                  <a:lnTo>
                    <a:pt x="138131" y="93149"/>
                  </a:lnTo>
                  <a:lnTo>
                    <a:pt x="161660" y="11459"/>
                  </a:lnTo>
                  <a:lnTo>
                    <a:pt x="145108" y="4066"/>
                  </a:lnTo>
                  <a:lnTo>
                    <a:pt x="145108" y="961"/>
                  </a:lnTo>
                  <a:lnTo>
                    <a:pt x="188381" y="961"/>
                  </a:lnTo>
                  <a:lnTo>
                    <a:pt x="188381" y="4066"/>
                  </a:lnTo>
                  <a:lnTo>
                    <a:pt x="175318" y="11089"/>
                  </a:lnTo>
                  <a:lnTo>
                    <a:pt x="138725" y="130040"/>
                  </a:lnTo>
                  <a:lnTo>
                    <a:pt x="130709" y="130040"/>
                  </a:lnTo>
                  <a:lnTo>
                    <a:pt x="95601" y="37038"/>
                  </a:lnTo>
                  <a:lnTo>
                    <a:pt x="94265" y="37038"/>
                  </a:lnTo>
                  <a:lnTo>
                    <a:pt x="58785" y="130040"/>
                  </a:lnTo>
                  <a:lnTo>
                    <a:pt x="50992" y="1300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69" name="Google Shape;2769;p51"/>
            <p:cNvSpPr/>
            <p:nvPr/>
          </p:nvSpPr>
          <p:spPr>
            <a:xfrm>
              <a:off x="4498268" y="1528485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128"/>
                  </a:lnTo>
                  <a:lnTo>
                    <a:pt x="35999" y="10867"/>
                  </a:lnTo>
                  <a:lnTo>
                    <a:pt x="70513" y="57664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9" y="0"/>
                  </a:lnTo>
                  <a:lnTo>
                    <a:pt x="129299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70" name="Google Shape;2770;p51"/>
            <p:cNvSpPr/>
            <p:nvPr/>
          </p:nvSpPr>
          <p:spPr>
            <a:xfrm>
              <a:off x="3940547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7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71" name="Google Shape;2771;p51"/>
            <p:cNvSpPr/>
            <p:nvPr/>
          </p:nvSpPr>
          <p:spPr>
            <a:xfrm>
              <a:off x="4370825" y="1527672"/>
              <a:ext cx="135162" cy="128708"/>
            </a:xfrm>
            <a:custGeom>
              <a:avLst/>
              <a:gdLst/>
              <a:ahLst/>
              <a:cxnLst/>
              <a:rect l="l" t="t" r="r" b="b"/>
              <a:pathLst>
                <a:path w="135162" h="128708" extrusionOk="0">
                  <a:moveTo>
                    <a:pt x="39042" y="86348"/>
                  </a:moveTo>
                  <a:lnTo>
                    <a:pt x="39042" y="86348"/>
                  </a:lnTo>
                  <a:lnTo>
                    <a:pt x="63388" y="26688"/>
                  </a:lnTo>
                  <a:lnTo>
                    <a:pt x="78306" y="63135"/>
                  </a:lnTo>
                  <a:cubicBezTo>
                    <a:pt x="61086" y="68975"/>
                    <a:pt x="48320" y="77625"/>
                    <a:pt x="39042" y="86348"/>
                  </a:cubicBezTo>
                  <a:moveTo>
                    <a:pt x="122247" y="118581"/>
                  </a:moveTo>
                  <a:lnTo>
                    <a:pt x="100648" y="66757"/>
                  </a:lnTo>
                  <a:lnTo>
                    <a:pt x="100648" y="66757"/>
                  </a:lnTo>
                  <a:cubicBezTo>
                    <a:pt x="106363" y="65796"/>
                    <a:pt x="112450" y="65205"/>
                    <a:pt x="118981" y="64909"/>
                  </a:cubicBezTo>
                  <a:lnTo>
                    <a:pt x="115344" y="56111"/>
                  </a:lnTo>
                  <a:cubicBezTo>
                    <a:pt x="108887" y="56481"/>
                    <a:pt x="102801" y="57220"/>
                    <a:pt x="97159" y="58255"/>
                  </a:cubicBezTo>
                  <a:lnTo>
                    <a:pt x="97159" y="58255"/>
                  </a:lnTo>
                  <a:lnTo>
                    <a:pt x="72888" y="0"/>
                  </a:lnTo>
                  <a:lnTo>
                    <a:pt x="62200" y="0"/>
                  </a:lnTo>
                  <a:lnTo>
                    <a:pt x="12247" y="119172"/>
                  </a:lnTo>
                  <a:lnTo>
                    <a:pt x="0" y="125530"/>
                  </a:lnTo>
                  <a:lnTo>
                    <a:pt x="0" y="128635"/>
                  </a:lnTo>
                  <a:lnTo>
                    <a:pt x="41937" y="128635"/>
                  </a:lnTo>
                  <a:lnTo>
                    <a:pt x="41937" y="125530"/>
                  </a:lnTo>
                  <a:lnTo>
                    <a:pt x="25904" y="119098"/>
                  </a:lnTo>
                  <a:cubicBezTo>
                    <a:pt x="28205" y="113406"/>
                    <a:pt x="41566" y="84574"/>
                    <a:pt x="81498" y="71341"/>
                  </a:cubicBezTo>
                  <a:lnTo>
                    <a:pt x="100945" y="118802"/>
                  </a:lnTo>
                  <a:lnTo>
                    <a:pt x="83873" y="125604"/>
                  </a:lnTo>
                  <a:lnTo>
                    <a:pt x="83873" y="128709"/>
                  </a:lnTo>
                  <a:lnTo>
                    <a:pt x="135162" y="128709"/>
                  </a:lnTo>
                  <a:lnTo>
                    <a:pt x="135162" y="125604"/>
                  </a:lnTo>
                  <a:lnTo>
                    <a:pt x="122173" y="118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72" name="Google Shape;2772;p51"/>
            <p:cNvSpPr/>
            <p:nvPr/>
          </p:nvSpPr>
          <p:spPr>
            <a:xfrm>
              <a:off x="3753428" y="1500171"/>
              <a:ext cx="175540" cy="186224"/>
            </a:xfrm>
            <a:custGeom>
              <a:avLst/>
              <a:gdLst/>
              <a:ahLst/>
              <a:cxnLst/>
              <a:rect l="l" t="t" r="r" b="b"/>
              <a:pathLst>
                <a:path w="175540" h="186224" extrusionOk="0">
                  <a:moveTo>
                    <a:pt x="91518" y="186151"/>
                  </a:moveTo>
                  <a:cubicBezTo>
                    <a:pt x="73927" y="186151"/>
                    <a:pt x="58192" y="182307"/>
                    <a:pt x="44386" y="174618"/>
                  </a:cubicBezTo>
                  <a:cubicBezTo>
                    <a:pt x="30580" y="166930"/>
                    <a:pt x="19669" y="156506"/>
                    <a:pt x="11802" y="143273"/>
                  </a:cubicBezTo>
                  <a:cubicBezTo>
                    <a:pt x="3934" y="130039"/>
                    <a:pt x="0" y="114958"/>
                    <a:pt x="0" y="97955"/>
                  </a:cubicBezTo>
                  <a:cubicBezTo>
                    <a:pt x="0" y="83908"/>
                    <a:pt x="2524" y="70971"/>
                    <a:pt x="7571" y="59069"/>
                  </a:cubicBezTo>
                  <a:cubicBezTo>
                    <a:pt x="12618" y="47240"/>
                    <a:pt x="19521" y="36890"/>
                    <a:pt x="28353" y="28019"/>
                  </a:cubicBezTo>
                  <a:cubicBezTo>
                    <a:pt x="37186" y="19147"/>
                    <a:pt x="47429" y="12272"/>
                    <a:pt x="59157" y="7393"/>
                  </a:cubicBezTo>
                  <a:cubicBezTo>
                    <a:pt x="70884" y="2440"/>
                    <a:pt x="83354" y="0"/>
                    <a:pt x="96566" y="0"/>
                  </a:cubicBezTo>
                  <a:cubicBezTo>
                    <a:pt x="106289" y="0"/>
                    <a:pt x="114454" y="517"/>
                    <a:pt x="121134" y="1626"/>
                  </a:cubicBezTo>
                  <a:cubicBezTo>
                    <a:pt x="127814" y="2735"/>
                    <a:pt x="133826" y="4288"/>
                    <a:pt x="139244" y="6284"/>
                  </a:cubicBezTo>
                  <a:cubicBezTo>
                    <a:pt x="144663" y="8280"/>
                    <a:pt x="149933" y="10572"/>
                    <a:pt x="155054" y="13159"/>
                  </a:cubicBezTo>
                  <a:lnTo>
                    <a:pt x="156390" y="57220"/>
                  </a:lnTo>
                  <a:lnTo>
                    <a:pt x="151417" y="57220"/>
                  </a:lnTo>
                  <a:lnTo>
                    <a:pt x="136572" y="26540"/>
                  </a:lnTo>
                  <a:cubicBezTo>
                    <a:pt x="128853" y="21069"/>
                    <a:pt x="122025" y="17225"/>
                    <a:pt x="115938" y="14933"/>
                  </a:cubicBezTo>
                  <a:cubicBezTo>
                    <a:pt x="109852" y="12642"/>
                    <a:pt x="103023" y="11533"/>
                    <a:pt x="95304" y="11533"/>
                  </a:cubicBezTo>
                  <a:cubicBezTo>
                    <a:pt x="80459" y="11533"/>
                    <a:pt x="67470" y="14786"/>
                    <a:pt x="56262" y="21365"/>
                  </a:cubicBezTo>
                  <a:cubicBezTo>
                    <a:pt x="45054" y="27945"/>
                    <a:pt x="36370" y="36816"/>
                    <a:pt x="29986" y="48053"/>
                  </a:cubicBezTo>
                  <a:cubicBezTo>
                    <a:pt x="23678" y="59290"/>
                    <a:pt x="20486" y="71710"/>
                    <a:pt x="20486" y="85387"/>
                  </a:cubicBezTo>
                  <a:cubicBezTo>
                    <a:pt x="20486" y="103647"/>
                    <a:pt x="23974" y="119246"/>
                    <a:pt x="30951" y="132183"/>
                  </a:cubicBezTo>
                  <a:cubicBezTo>
                    <a:pt x="37928" y="145121"/>
                    <a:pt x="47206" y="155101"/>
                    <a:pt x="58860" y="162050"/>
                  </a:cubicBezTo>
                  <a:cubicBezTo>
                    <a:pt x="70513" y="169000"/>
                    <a:pt x="83280" y="172474"/>
                    <a:pt x="97234" y="172474"/>
                  </a:cubicBezTo>
                  <a:cubicBezTo>
                    <a:pt x="103617" y="172474"/>
                    <a:pt x="109852" y="172031"/>
                    <a:pt x="115790" y="171217"/>
                  </a:cubicBezTo>
                  <a:cubicBezTo>
                    <a:pt x="121728" y="170404"/>
                    <a:pt x="127962" y="168704"/>
                    <a:pt x="134346" y="166190"/>
                  </a:cubicBezTo>
                  <a:lnTo>
                    <a:pt x="134346" y="118285"/>
                  </a:lnTo>
                  <a:lnTo>
                    <a:pt x="110149" y="109561"/>
                  </a:lnTo>
                  <a:lnTo>
                    <a:pt x="110149" y="104091"/>
                  </a:lnTo>
                  <a:lnTo>
                    <a:pt x="175540" y="104091"/>
                  </a:lnTo>
                  <a:lnTo>
                    <a:pt x="175540" y="109561"/>
                  </a:lnTo>
                  <a:lnTo>
                    <a:pt x="155722" y="118285"/>
                  </a:lnTo>
                  <a:lnTo>
                    <a:pt x="155722" y="164268"/>
                  </a:lnTo>
                  <a:cubicBezTo>
                    <a:pt x="147854" y="170996"/>
                    <a:pt x="137983" y="176392"/>
                    <a:pt x="126033" y="180311"/>
                  </a:cubicBezTo>
                  <a:cubicBezTo>
                    <a:pt x="114083" y="184229"/>
                    <a:pt x="102578" y="186225"/>
                    <a:pt x="91370" y="186225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73" name="Google Shape;2773;p51"/>
            <p:cNvSpPr/>
            <p:nvPr/>
          </p:nvSpPr>
          <p:spPr>
            <a:xfrm>
              <a:off x="2338418" y="1528411"/>
              <a:ext cx="134642" cy="129004"/>
            </a:xfrm>
            <a:custGeom>
              <a:avLst/>
              <a:gdLst/>
              <a:ahLst/>
              <a:cxnLst/>
              <a:rect l="l" t="t" r="r" b="b"/>
              <a:pathLst>
                <a:path w="134642" h="129004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1237"/>
                  </a:lnTo>
                  <a:lnTo>
                    <a:pt x="223" y="3105"/>
                  </a:lnTo>
                  <a:lnTo>
                    <a:pt x="223" y="0"/>
                  </a:lnTo>
                  <a:lnTo>
                    <a:pt x="30803" y="0"/>
                  </a:lnTo>
                  <a:lnTo>
                    <a:pt x="105398" y="91375"/>
                  </a:lnTo>
                  <a:lnTo>
                    <a:pt x="105398" y="10646"/>
                  </a:lnTo>
                  <a:lnTo>
                    <a:pt x="85358" y="3105"/>
                  </a:lnTo>
                  <a:lnTo>
                    <a:pt x="85358" y="0"/>
                  </a:lnTo>
                  <a:lnTo>
                    <a:pt x="134643" y="0"/>
                  </a:lnTo>
                  <a:lnTo>
                    <a:pt x="134643" y="3105"/>
                  </a:lnTo>
                  <a:lnTo>
                    <a:pt x="119056" y="10646"/>
                  </a:lnTo>
                  <a:lnTo>
                    <a:pt x="119056" y="129005"/>
                  </a:lnTo>
                  <a:lnTo>
                    <a:pt x="110668" y="129005"/>
                  </a:lnTo>
                  <a:lnTo>
                    <a:pt x="29393" y="29719"/>
                  </a:lnTo>
                  <a:lnTo>
                    <a:pt x="29393" y="117398"/>
                  </a:lnTo>
                  <a:lnTo>
                    <a:pt x="49508" y="124938"/>
                  </a:lnTo>
                  <a:lnTo>
                    <a:pt x="49508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74" name="Google Shape;2774;p51"/>
            <p:cNvSpPr/>
            <p:nvPr/>
          </p:nvSpPr>
          <p:spPr>
            <a:xfrm>
              <a:off x="2499113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958" y="117176"/>
                  </a:lnTo>
                  <a:lnTo>
                    <a:pt x="15958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21" y="10867"/>
                  </a:lnTo>
                  <a:lnTo>
                    <a:pt x="36221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75" name="Google Shape;2775;p51"/>
            <p:cNvSpPr/>
            <p:nvPr/>
          </p:nvSpPr>
          <p:spPr>
            <a:xfrm>
              <a:off x="2575119" y="1528411"/>
              <a:ext cx="133084" cy="129004"/>
            </a:xfrm>
            <a:custGeom>
              <a:avLst/>
              <a:gdLst/>
              <a:ahLst/>
              <a:cxnLst/>
              <a:rect l="l" t="t" r="r" b="b"/>
              <a:pathLst>
                <a:path w="133084" h="129004" extrusionOk="0">
                  <a:moveTo>
                    <a:pt x="63313" y="129005"/>
                  </a:moveTo>
                  <a:lnTo>
                    <a:pt x="13509" y="10054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1660" y="0"/>
                  </a:lnTo>
                  <a:lnTo>
                    <a:pt x="51660" y="3105"/>
                  </a:lnTo>
                  <a:lnTo>
                    <a:pt x="34737" y="10498"/>
                  </a:lnTo>
                  <a:lnTo>
                    <a:pt x="71107" y="97807"/>
                  </a:lnTo>
                  <a:lnTo>
                    <a:pt x="72146" y="97807"/>
                  </a:lnTo>
                  <a:lnTo>
                    <a:pt x="108145" y="9906"/>
                  </a:lnTo>
                  <a:lnTo>
                    <a:pt x="91964" y="3105"/>
                  </a:lnTo>
                  <a:lnTo>
                    <a:pt x="91964" y="0"/>
                  </a:lnTo>
                  <a:lnTo>
                    <a:pt x="133084" y="0"/>
                  </a:lnTo>
                  <a:lnTo>
                    <a:pt x="133084" y="3105"/>
                  </a:lnTo>
                  <a:lnTo>
                    <a:pt x="121950" y="9093"/>
                  </a:lnTo>
                  <a:lnTo>
                    <a:pt x="71107" y="129005"/>
                  </a:lnTo>
                  <a:lnTo>
                    <a:pt x="63313" y="1290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76" name="Google Shape;2776;p51"/>
            <p:cNvSpPr/>
            <p:nvPr/>
          </p:nvSpPr>
          <p:spPr>
            <a:xfrm>
              <a:off x="2727946" y="1528411"/>
              <a:ext cx="103245" cy="128043"/>
            </a:xfrm>
            <a:custGeom>
              <a:avLst/>
              <a:gdLst/>
              <a:ahLst/>
              <a:cxnLst/>
              <a:rect l="l" t="t" r="r" b="b"/>
              <a:pathLst>
                <a:path w="103245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97828" y="0"/>
                  </a:lnTo>
                  <a:lnTo>
                    <a:pt x="97828" y="33342"/>
                  </a:lnTo>
                  <a:lnTo>
                    <a:pt x="94710" y="33342"/>
                  </a:lnTo>
                  <a:lnTo>
                    <a:pt x="82018" y="10646"/>
                  </a:lnTo>
                  <a:lnTo>
                    <a:pt x="36221" y="10646"/>
                  </a:lnTo>
                  <a:lnTo>
                    <a:pt x="36221" y="59660"/>
                  </a:lnTo>
                  <a:lnTo>
                    <a:pt x="68583" y="59660"/>
                  </a:lnTo>
                  <a:lnTo>
                    <a:pt x="78529" y="43322"/>
                  </a:lnTo>
                  <a:lnTo>
                    <a:pt x="81647" y="43322"/>
                  </a:lnTo>
                  <a:lnTo>
                    <a:pt x="81647" y="86200"/>
                  </a:lnTo>
                  <a:lnTo>
                    <a:pt x="78529" y="86200"/>
                  </a:lnTo>
                  <a:lnTo>
                    <a:pt x="68583" y="70306"/>
                  </a:lnTo>
                  <a:lnTo>
                    <a:pt x="36221" y="70306"/>
                  </a:lnTo>
                  <a:lnTo>
                    <a:pt x="36221" y="117398"/>
                  </a:lnTo>
                  <a:lnTo>
                    <a:pt x="87288" y="117398"/>
                  </a:lnTo>
                  <a:lnTo>
                    <a:pt x="100128" y="91745"/>
                  </a:lnTo>
                  <a:lnTo>
                    <a:pt x="103246" y="91745"/>
                  </a:lnTo>
                  <a:lnTo>
                    <a:pt x="103246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77" name="Google Shape;2777;p51"/>
            <p:cNvSpPr/>
            <p:nvPr/>
          </p:nvSpPr>
          <p:spPr>
            <a:xfrm>
              <a:off x="2861624" y="1528411"/>
              <a:ext cx="121208" cy="128043"/>
            </a:xfrm>
            <a:custGeom>
              <a:avLst/>
              <a:gdLst/>
              <a:ahLst/>
              <a:cxnLst/>
              <a:rect l="l" t="t" r="r" b="b"/>
              <a:pathLst>
                <a:path w="121208" h="128043" extrusionOk="0">
                  <a:moveTo>
                    <a:pt x="47726" y="10646"/>
                  </a:moveTo>
                  <a:lnTo>
                    <a:pt x="36221" y="10646"/>
                  </a:lnTo>
                  <a:lnTo>
                    <a:pt x="36221" y="58773"/>
                  </a:lnTo>
                  <a:lnTo>
                    <a:pt x="48914" y="58773"/>
                  </a:lnTo>
                  <a:cubicBezTo>
                    <a:pt x="56930" y="58773"/>
                    <a:pt x="63610" y="56481"/>
                    <a:pt x="68880" y="51897"/>
                  </a:cubicBezTo>
                  <a:cubicBezTo>
                    <a:pt x="74150" y="47314"/>
                    <a:pt x="76748" y="41474"/>
                    <a:pt x="76748" y="34303"/>
                  </a:cubicBezTo>
                  <a:cubicBezTo>
                    <a:pt x="76748" y="27132"/>
                    <a:pt x="74150" y="21143"/>
                    <a:pt x="69029" y="16930"/>
                  </a:cubicBezTo>
                  <a:cubicBezTo>
                    <a:pt x="63907" y="12716"/>
                    <a:pt x="56782" y="10646"/>
                    <a:pt x="47726" y="10646"/>
                  </a:cubicBezTo>
                  <a:moveTo>
                    <a:pt x="0" y="128043"/>
                  </a:moveTo>
                  <a:lnTo>
                    <a:pt x="0" y="124938"/>
                  </a:lnTo>
                  <a:lnTo>
                    <a:pt x="15810" y="117176"/>
                  </a:lnTo>
                  <a:lnTo>
                    <a:pt x="15810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4184" y="0"/>
                  </a:lnTo>
                  <a:cubicBezTo>
                    <a:pt x="67841" y="0"/>
                    <a:pt x="78604" y="2809"/>
                    <a:pt x="86397" y="8428"/>
                  </a:cubicBezTo>
                  <a:cubicBezTo>
                    <a:pt x="94265" y="14046"/>
                    <a:pt x="98199" y="21809"/>
                    <a:pt x="98199" y="31641"/>
                  </a:cubicBezTo>
                  <a:cubicBezTo>
                    <a:pt x="98199" y="38886"/>
                    <a:pt x="95749" y="45318"/>
                    <a:pt x="90776" y="50863"/>
                  </a:cubicBezTo>
                  <a:cubicBezTo>
                    <a:pt x="85803" y="56407"/>
                    <a:pt x="79346" y="60695"/>
                    <a:pt x="71330" y="63652"/>
                  </a:cubicBezTo>
                  <a:lnTo>
                    <a:pt x="108145" y="117767"/>
                  </a:lnTo>
                  <a:lnTo>
                    <a:pt x="121208" y="124938"/>
                  </a:lnTo>
                  <a:lnTo>
                    <a:pt x="121208" y="128043"/>
                  </a:lnTo>
                  <a:lnTo>
                    <a:pt x="89811" y="128043"/>
                  </a:lnTo>
                  <a:lnTo>
                    <a:pt x="52402" y="69049"/>
                  </a:lnTo>
                  <a:lnTo>
                    <a:pt x="36221" y="69049"/>
                  </a:lnTo>
                  <a:lnTo>
                    <a:pt x="36221" y="116954"/>
                  </a:lnTo>
                  <a:lnTo>
                    <a:pt x="50844" y="124938"/>
                  </a:lnTo>
                  <a:lnTo>
                    <a:pt x="50844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78" name="Google Shape;2778;p51"/>
            <p:cNvSpPr/>
            <p:nvPr/>
          </p:nvSpPr>
          <p:spPr>
            <a:xfrm>
              <a:off x="2997751" y="1526341"/>
              <a:ext cx="83873" cy="132035"/>
            </a:xfrm>
            <a:custGeom>
              <a:avLst/>
              <a:gdLst/>
              <a:ahLst/>
              <a:cxnLst/>
              <a:rect l="l" t="t" r="r" b="b"/>
              <a:pathLst>
                <a:path w="83873" h="132035" extrusionOk="0">
                  <a:moveTo>
                    <a:pt x="40675" y="132036"/>
                  </a:moveTo>
                  <a:cubicBezTo>
                    <a:pt x="32510" y="132036"/>
                    <a:pt x="25533" y="131296"/>
                    <a:pt x="19743" y="129744"/>
                  </a:cubicBezTo>
                  <a:cubicBezTo>
                    <a:pt x="13954" y="128191"/>
                    <a:pt x="8016" y="125900"/>
                    <a:pt x="1930" y="122942"/>
                  </a:cubicBezTo>
                  <a:lnTo>
                    <a:pt x="0" y="90932"/>
                  </a:lnTo>
                  <a:lnTo>
                    <a:pt x="3117" y="90932"/>
                  </a:lnTo>
                  <a:lnTo>
                    <a:pt x="13435" y="112075"/>
                  </a:lnTo>
                  <a:cubicBezTo>
                    <a:pt x="17962" y="115845"/>
                    <a:pt x="22490" y="118507"/>
                    <a:pt x="26869" y="120207"/>
                  </a:cubicBezTo>
                  <a:cubicBezTo>
                    <a:pt x="31322" y="121907"/>
                    <a:pt x="35702" y="122721"/>
                    <a:pt x="40155" y="122721"/>
                  </a:cubicBezTo>
                  <a:cubicBezTo>
                    <a:pt x="47652" y="122721"/>
                    <a:pt x="53664" y="120798"/>
                    <a:pt x="57969" y="116880"/>
                  </a:cubicBezTo>
                  <a:cubicBezTo>
                    <a:pt x="62274" y="113036"/>
                    <a:pt x="64501" y="107713"/>
                    <a:pt x="64501" y="100986"/>
                  </a:cubicBezTo>
                  <a:cubicBezTo>
                    <a:pt x="64501" y="95663"/>
                    <a:pt x="63313" y="91449"/>
                    <a:pt x="60864" y="88270"/>
                  </a:cubicBezTo>
                  <a:cubicBezTo>
                    <a:pt x="58488" y="85091"/>
                    <a:pt x="54926" y="82282"/>
                    <a:pt x="50175" y="79694"/>
                  </a:cubicBezTo>
                  <a:cubicBezTo>
                    <a:pt x="45425" y="77181"/>
                    <a:pt x="39636" y="74224"/>
                    <a:pt x="32733" y="70897"/>
                  </a:cubicBezTo>
                  <a:cubicBezTo>
                    <a:pt x="23529" y="66535"/>
                    <a:pt x="16403" y="61878"/>
                    <a:pt x="11505" y="56999"/>
                  </a:cubicBezTo>
                  <a:cubicBezTo>
                    <a:pt x="6532" y="52119"/>
                    <a:pt x="4082" y="45318"/>
                    <a:pt x="4082" y="36520"/>
                  </a:cubicBezTo>
                  <a:cubicBezTo>
                    <a:pt x="4082" y="31863"/>
                    <a:pt x="5196" y="27353"/>
                    <a:pt x="7496" y="23066"/>
                  </a:cubicBezTo>
                  <a:cubicBezTo>
                    <a:pt x="9797" y="18704"/>
                    <a:pt x="12841" y="14860"/>
                    <a:pt x="16775" y="11385"/>
                  </a:cubicBezTo>
                  <a:cubicBezTo>
                    <a:pt x="20708" y="7984"/>
                    <a:pt x="25014" y="5249"/>
                    <a:pt x="29838" y="3105"/>
                  </a:cubicBezTo>
                  <a:cubicBezTo>
                    <a:pt x="34663" y="1035"/>
                    <a:pt x="39636" y="0"/>
                    <a:pt x="44831" y="0"/>
                  </a:cubicBezTo>
                  <a:cubicBezTo>
                    <a:pt x="50918" y="0"/>
                    <a:pt x="56633" y="739"/>
                    <a:pt x="61977" y="2144"/>
                  </a:cubicBezTo>
                  <a:cubicBezTo>
                    <a:pt x="67321" y="3549"/>
                    <a:pt x="72591" y="5618"/>
                    <a:pt x="77787" y="8354"/>
                  </a:cubicBezTo>
                  <a:lnTo>
                    <a:pt x="79717" y="39404"/>
                  </a:lnTo>
                  <a:lnTo>
                    <a:pt x="76599" y="39404"/>
                  </a:lnTo>
                  <a:lnTo>
                    <a:pt x="66505" y="18630"/>
                  </a:lnTo>
                  <a:cubicBezTo>
                    <a:pt x="62348" y="15377"/>
                    <a:pt x="58563" y="13085"/>
                    <a:pt x="55223" y="11681"/>
                  </a:cubicBezTo>
                  <a:cubicBezTo>
                    <a:pt x="51883" y="10276"/>
                    <a:pt x="48023" y="9537"/>
                    <a:pt x="43718" y="9537"/>
                  </a:cubicBezTo>
                  <a:cubicBezTo>
                    <a:pt x="38151" y="9537"/>
                    <a:pt x="33475" y="11385"/>
                    <a:pt x="29764" y="15155"/>
                  </a:cubicBezTo>
                  <a:cubicBezTo>
                    <a:pt x="26053" y="18926"/>
                    <a:pt x="24197" y="23657"/>
                    <a:pt x="24197" y="29349"/>
                  </a:cubicBezTo>
                  <a:cubicBezTo>
                    <a:pt x="24197" y="35707"/>
                    <a:pt x="26201" y="40660"/>
                    <a:pt x="30135" y="44283"/>
                  </a:cubicBezTo>
                  <a:cubicBezTo>
                    <a:pt x="34069" y="47905"/>
                    <a:pt x="40526" y="51750"/>
                    <a:pt x="49359" y="55890"/>
                  </a:cubicBezTo>
                  <a:cubicBezTo>
                    <a:pt x="57152" y="59660"/>
                    <a:pt x="63610" y="63208"/>
                    <a:pt x="68731" y="66683"/>
                  </a:cubicBezTo>
                  <a:cubicBezTo>
                    <a:pt x="73853" y="70084"/>
                    <a:pt x="77638" y="73928"/>
                    <a:pt x="80162" y="78216"/>
                  </a:cubicBezTo>
                  <a:cubicBezTo>
                    <a:pt x="82611" y="82504"/>
                    <a:pt x="83873" y="87901"/>
                    <a:pt x="83873" y="94554"/>
                  </a:cubicBezTo>
                  <a:cubicBezTo>
                    <a:pt x="83873" y="100616"/>
                    <a:pt x="82611" y="106013"/>
                    <a:pt x="80014" y="110670"/>
                  </a:cubicBezTo>
                  <a:cubicBezTo>
                    <a:pt x="77416" y="115328"/>
                    <a:pt x="74001" y="119246"/>
                    <a:pt x="69696" y="122425"/>
                  </a:cubicBezTo>
                  <a:cubicBezTo>
                    <a:pt x="65392" y="125604"/>
                    <a:pt x="60789" y="127970"/>
                    <a:pt x="55742" y="129596"/>
                  </a:cubicBezTo>
                  <a:cubicBezTo>
                    <a:pt x="50769" y="131222"/>
                    <a:pt x="45796" y="132036"/>
                    <a:pt x="40823" y="13203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79" name="Google Shape;2779;p51"/>
            <p:cNvSpPr/>
            <p:nvPr/>
          </p:nvSpPr>
          <p:spPr>
            <a:xfrm>
              <a:off x="3116807" y="1528411"/>
              <a:ext cx="52031" cy="128043"/>
            </a:xfrm>
            <a:custGeom>
              <a:avLst/>
              <a:gdLst/>
              <a:ahLst/>
              <a:cxnLst/>
              <a:rect l="l" t="t" r="r" b="b"/>
              <a:pathLst>
                <a:path w="52031" h="128043" extrusionOk="0">
                  <a:moveTo>
                    <a:pt x="0" y="128043"/>
                  </a:moveTo>
                  <a:lnTo>
                    <a:pt x="0" y="124938"/>
                  </a:lnTo>
                  <a:lnTo>
                    <a:pt x="16032" y="117176"/>
                  </a:lnTo>
                  <a:lnTo>
                    <a:pt x="16032" y="10867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2031" y="0"/>
                  </a:lnTo>
                  <a:lnTo>
                    <a:pt x="52031" y="3105"/>
                  </a:lnTo>
                  <a:lnTo>
                    <a:pt x="36296" y="10867"/>
                  </a:lnTo>
                  <a:lnTo>
                    <a:pt x="36296" y="117176"/>
                  </a:lnTo>
                  <a:lnTo>
                    <a:pt x="52031" y="124938"/>
                  </a:lnTo>
                  <a:lnTo>
                    <a:pt x="52031" y="128043"/>
                  </a:lnTo>
                  <a:lnTo>
                    <a:pt x="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80" name="Google Shape;2780;p51"/>
            <p:cNvSpPr/>
            <p:nvPr/>
          </p:nvSpPr>
          <p:spPr>
            <a:xfrm>
              <a:off x="3197563" y="1528411"/>
              <a:ext cx="115715" cy="128043"/>
            </a:xfrm>
            <a:custGeom>
              <a:avLst/>
              <a:gdLst/>
              <a:ahLst/>
              <a:cxnLst/>
              <a:rect l="l" t="t" r="r" b="b"/>
              <a:pathLst>
                <a:path w="115715" h="128043" extrusionOk="0">
                  <a:moveTo>
                    <a:pt x="28057" y="128043"/>
                  </a:moveTo>
                  <a:lnTo>
                    <a:pt x="28057" y="124938"/>
                  </a:lnTo>
                  <a:lnTo>
                    <a:pt x="47726" y="117176"/>
                  </a:lnTo>
                  <a:lnTo>
                    <a:pt x="47726" y="10646"/>
                  </a:lnTo>
                  <a:lnTo>
                    <a:pt x="16997" y="10646"/>
                  </a:lnTo>
                  <a:lnTo>
                    <a:pt x="3118" y="39995"/>
                  </a:lnTo>
                  <a:lnTo>
                    <a:pt x="0" y="39995"/>
                  </a:lnTo>
                  <a:lnTo>
                    <a:pt x="0" y="0"/>
                  </a:lnTo>
                  <a:lnTo>
                    <a:pt x="115715" y="0"/>
                  </a:lnTo>
                  <a:lnTo>
                    <a:pt x="115715" y="39995"/>
                  </a:lnTo>
                  <a:lnTo>
                    <a:pt x="112598" y="39995"/>
                  </a:lnTo>
                  <a:lnTo>
                    <a:pt x="99015" y="10646"/>
                  </a:lnTo>
                  <a:lnTo>
                    <a:pt x="67989" y="10646"/>
                  </a:lnTo>
                  <a:lnTo>
                    <a:pt x="67989" y="117176"/>
                  </a:lnTo>
                  <a:lnTo>
                    <a:pt x="87881" y="124938"/>
                  </a:lnTo>
                  <a:lnTo>
                    <a:pt x="87881" y="128043"/>
                  </a:lnTo>
                  <a:lnTo>
                    <a:pt x="28057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81" name="Google Shape;2781;p51"/>
            <p:cNvSpPr/>
            <p:nvPr/>
          </p:nvSpPr>
          <p:spPr>
            <a:xfrm>
              <a:off x="3331686" y="1528411"/>
              <a:ext cx="129298" cy="128043"/>
            </a:xfrm>
            <a:custGeom>
              <a:avLst/>
              <a:gdLst/>
              <a:ahLst/>
              <a:cxnLst/>
              <a:rect l="l" t="t" r="r" b="b"/>
              <a:pathLst>
                <a:path w="129298" h="128043" extrusionOk="0">
                  <a:moveTo>
                    <a:pt x="37780" y="128043"/>
                  </a:moveTo>
                  <a:lnTo>
                    <a:pt x="37780" y="124938"/>
                  </a:lnTo>
                  <a:lnTo>
                    <a:pt x="55297" y="117176"/>
                  </a:lnTo>
                  <a:lnTo>
                    <a:pt x="55297" y="68310"/>
                  </a:lnTo>
                  <a:lnTo>
                    <a:pt x="12247" y="9906"/>
                  </a:lnTo>
                  <a:lnTo>
                    <a:pt x="0" y="3105"/>
                  </a:lnTo>
                  <a:lnTo>
                    <a:pt x="0" y="0"/>
                  </a:lnTo>
                  <a:lnTo>
                    <a:pt x="50250" y="0"/>
                  </a:lnTo>
                  <a:lnTo>
                    <a:pt x="50250" y="3105"/>
                  </a:lnTo>
                  <a:lnTo>
                    <a:pt x="35999" y="10054"/>
                  </a:lnTo>
                  <a:lnTo>
                    <a:pt x="35999" y="10867"/>
                  </a:lnTo>
                  <a:lnTo>
                    <a:pt x="70513" y="57590"/>
                  </a:lnTo>
                  <a:lnTo>
                    <a:pt x="101687" y="11089"/>
                  </a:lnTo>
                  <a:lnTo>
                    <a:pt x="101687" y="10276"/>
                  </a:lnTo>
                  <a:lnTo>
                    <a:pt x="87213" y="3105"/>
                  </a:lnTo>
                  <a:lnTo>
                    <a:pt x="87213" y="0"/>
                  </a:lnTo>
                  <a:lnTo>
                    <a:pt x="129298" y="0"/>
                  </a:lnTo>
                  <a:lnTo>
                    <a:pt x="129298" y="3105"/>
                  </a:lnTo>
                  <a:lnTo>
                    <a:pt x="116680" y="9537"/>
                  </a:lnTo>
                  <a:lnTo>
                    <a:pt x="75560" y="68088"/>
                  </a:lnTo>
                  <a:lnTo>
                    <a:pt x="75560" y="117176"/>
                  </a:lnTo>
                  <a:lnTo>
                    <a:pt x="93077" y="124938"/>
                  </a:lnTo>
                  <a:lnTo>
                    <a:pt x="93077" y="128043"/>
                  </a:lnTo>
                  <a:lnTo>
                    <a:pt x="37780" y="128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82" name="Google Shape;2782;p51"/>
            <p:cNvSpPr/>
            <p:nvPr/>
          </p:nvSpPr>
          <p:spPr>
            <a:xfrm>
              <a:off x="2137047" y="1497066"/>
              <a:ext cx="183259" cy="183415"/>
            </a:xfrm>
            <a:custGeom>
              <a:avLst/>
              <a:gdLst/>
              <a:ahLst/>
              <a:cxnLst/>
              <a:rect l="l" t="t" r="r" b="b"/>
              <a:pathLst>
                <a:path w="183259" h="183415" extrusionOk="0">
                  <a:moveTo>
                    <a:pt x="91741" y="183416"/>
                  </a:moveTo>
                  <a:cubicBezTo>
                    <a:pt x="78381" y="183416"/>
                    <a:pt x="66431" y="180976"/>
                    <a:pt x="55891" y="176023"/>
                  </a:cubicBezTo>
                  <a:cubicBezTo>
                    <a:pt x="45351" y="171070"/>
                    <a:pt x="37038" y="163455"/>
                    <a:pt x="31026" y="153031"/>
                  </a:cubicBezTo>
                  <a:cubicBezTo>
                    <a:pt x="24939" y="142607"/>
                    <a:pt x="21970" y="129152"/>
                    <a:pt x="21970" y="112519"/>
                  </a:cubicBezTo>
                  <a:lnTo>
                    <a:pt x="21970" y="13677"/>
                  </a:lnTo>
                  <a:lnTo>
                    <a:pt x="0" y="5471"/>
                  </a:lnTo>
                  <a:lnTo>
                    <a:pt x="0" y="0"/>
                  </a:lnTo>
                  <a:lnTo>
                    <a:pt x="65392" y="0"/>
                  </a:lnTo>
                  <a:lnTo>
                    <a:pt x="65392" y="5471"/>
                  </a:lnTo>
                  <a:lnTo>
                    <a:pt x="43421" y="13677"/>
                  </a:lnTo>
                  <a:lnTo>
                    <a:pt x="43421" y="108674"/>
                  </a:lnTo>
                  <a:cubicBezTo>
                    <a:pt x="43421" y="123830"/>
                    <a:pt x="45796" y="135806"/>
                    <a:pt x="50398" y="144677"/>
                  </a:cubicBezTo>
                  <a:cubicBezTo>
                    <a:pt x="55074" y="153549"/>
                    <a:pt x="61532" y="159906"/>
                    <a:pt x="69771" y="163677"/>
                  </a:cubicBezTo>
                  <a:cubicBezTo>
                    <a:pt x="78010" y="167521"/>
                    <a:pt x="87436" y="169443"/>
                    <a:pt x="98050" y="169443"/>
                  </a:cubicBezTo>
                  <a:cubicBezTo>
                    <a:pt x="106809" y="169443"/>
                    <a:pt x="114825" y="167669"/>
                    <a:pt x="121950" y="164120"/>
                  </a:cubicBezTo>
                  <a:cubicBezTo>
                    <a:pt x="129076" y="160572"/>
                    <a:pt x="134791" y="154953"/>
                    <a:pt x="139096" y="147265"/>
                  </a:cubicBezTo>
                  <a:cubicBezTo>
                    <a:pt x="143401" y="139576"/>
                    <a:pt x="145554" y="129522"/>
                    <a:pt x="145554" y="117176"/>
                  </a:cubicBezTo>
                  <a:lnTo>
                    <a:pt x="145554" y="13159"/>
                  </a:lnTo>
                  <a:lnTo>
                    <a:pt x="118091" y="5471"/>
                  </a:lnTo>
                  <a:lnTo>
                    <a:pt x="118091" y="0"/>
                  </a:lnTo>
                  <a:lnTo>
                    <a:pt x="183260" y="0"/>
                  </a:lnTo>
                  <a:lnTo>
                    <a:pt x="183260" y="5471"/>
                  </a:lnTo>
                  <a:lnTo>
                    <a:pt x="161512" y="13381"/>
                  </a:lnTo>
                  <a:lnTo>
                    <a:pt x="161512" y="112519"/>
                  </a:lnTo>
                  <a:cubicBezTo>
                    <a:pt x="161512" y="129152"/>
                    <a:pt x="158469" y="142607"/>
                    <a:pt x="152457" y="153031"/>
                  </a:cubicBezTo>
                  <a:cubicBezTo>
                    <a:pt x="146370" y="163455"/>
                    <a:pt x="138131" y="171070"/>
                    <a:pt x="127591" y="176023"/>
                  </a:cubicBezTo>
                  <a:cubicBezTo>
                    <a:pt x="117052" y="180976"/>
                    <a:pt x="105101" y="183416"/>
                    <a:pt x="91741" y="183416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83" name="Google Shape;2783;p51"/>
            <p:cNvSpPr/>
            <p:nvPr/>
          </p:nvSpPr>
          <p:spPr>
            <a:xfrm>
              <a:off x="942530" y="948344"/>
              <a:ext cx="936468" cy="932658"/>
            </a:xfrm>
            <a:custGeom>
              <a:avLst/>
              <a:gdLst/>
              <a:ahLst/>
              <a:cxnLst/>
              <a:rect l="l" t="t" r="r" b="b"/>
              <a:pathLst>
                <a:path w="936468" h="932658" extrusionOk="0">
                  <a:moveTo>
                    <a:pt x="911204" y="315553"/>
                  </a:moveTo>
                  <a:cubicBezTo>
                    <a:pt x="994781" y="559220"/>
                    <a:pt x="864220" y="824252"/>
                    <a:pt x="619577" y="907495"/>
                  </a:cubicBezTo>
                  <a:cubicBezTo>
                    <a:pt x="374934" y="990738"/>
                    <a:pt x="108841" y="860699"/>
                    <a:pt x="25264" y="617032"/>
                  </a:cubicBezTo>
                  <a:cubicBezTo>
                    <a:pt x="-58312" y="373439"/>
                    <a:pt x="72248" y="108406"/>
                    <a:pt x="316891" y="25163"/>
                  </a:cubicBezTo>
                  <a:cubicBezTo>
                    <a:pt x="561534" y="-58080"/>
                    <a:pt x="827628" y="71960"/>
                    <a:pt x="911204" y="315627"/>
                  </a:cubicBezTo>
                </a:path>
              </a:pathLst>
            </a:custGeom>
            <a:solidFill>
              <a:srgbClr val="A80050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84" name="Google Shape;2784;p51"/>
            <p:cNvSpPr/>
            <p:nvPr/>
          </p:nvSpPr>
          <p:spPr>
            <a:xfrm>
              <a:off x="1009472" y="1005518"/>
              <a:ext cx="808411" cy="817053"/>
            </a:xfrm>
            <a:custGeom>
              <a:avLst/>
              <a:gdLst/>
              <a:ahLst/>
              <a:cxnLst/>
              <a:rect l="l" t="t" r="r" b="b"/>
              <a:pathLst>
                <a:path w="808411" h="817053" extrusionOk="0">
                  <a:moveTo>
                    <a:pt x="808412" y="341991"/>
                  </a:moveTo>
                  <a:lnTo>
                    <a:pt x="806704" y="342435"/>
                  </a:lnTo>
                  <a:lnTo>
                    <a:pt x="800173" y="334968"/>
                  </a:lnTo>
                  <a:lnTo>
                    <a:pt x="777163" y="341030"/>
                  </a:lnTo>
                  <a:cubicBezTo>
                    <a:pt x="777683" y="342435"/>
                    <a:pt x="778277" y="343914"/>
                    <a:pt x="778796" y="345466"/>
                  </a:cubicBezTo>
                  <a:lnTo>
                    <a:pt x="774343" y="348793"/>
                  </a:lnTo>
                  <a:cubicBezTo>
                    <a:pt x="773600" y="346501"/>
                    <a:pt x="772858" y="344357"/>
                    <a:pt x="772042" y="342287"/>
                  </a:cubicBezTo>
                  <a:lnTo>
                    <a:pt x="741758" y="350271"/>
                  </a:lnTo>
                  <a:lnTo>
                    <a:pt x="739754" y="359956"/>
                  </a:lnTo>
                  <a:lnTo>
                    <a:pt x="738047" y="360399"/>
                  </a:lnTo>
                  <a:lnTo>
                    <a:pt x="730625" y="332307"/>
                  </a:lnTo>
                  <a:lnTo>
                    <a:pt x="732332" y="331863"/>
                  </a:lnTo>
                  <a:lnTo>
                    <a:pt x="738863" y="339256"/>
                  </a:lnTo>
                  <a:lnTo>
                    <a:pt x="766994" y="331863"/>
                  </a:lnTo>
                  <a:cubicBezTo>
                    <a:pt x="766401" y="330828"/>
                    <a:pt x="765807" y="329719"/>
                    <a:pt x="765139" y="328758"/>
                  </a:cubicBezTo>
                  <a:cubicBezTo>
                    <a:pt x="752372" y="309167"/>
                    <a:pt x="735152" y="305323"/>
                    <a:pt x="730476" y="304658"/>
                  </a:cubicBezTo>
                  <a:lnTo>
                    <a:pt x="729734" y="304879"/>
                  </a:lnTo>
                  <a:lnTo>
                    <a:pt x="727656" y="314342"/>
                  </a:lnTo>
                  <a:lnTo>
                    <a:pt x="725948" y="314786"/>
                  </a:lnTo>
                  <a:lnTo>
                    <a:pt x="718526" y="286693"/>
                  </a:lnTo>
                  <a:lnTo>
                    <a:pt x="720233" y="286250"/>
                  </a:lnTo>
                  <a:lnTo>
                    <a:pt x="726765" y="293716"/>
                  </a:lnTo>
                  <a:lnTo>
                    <a:pt x="785105" y="278413"/>
                  </a:lnTo>
                  <a:lnTo>
                    <a:pt x="787109" y="268729"/>
                  </a:lnTo>
                  <a:lnTo>
                    <a:pt x="788816" y="268285"/>
                  </a:lnTo>
                  <a:lnTo>
                    <a:pt x="796239" y="296378"/>
                  </a:lnTo>
                  <a:lnTo>
                    <a:pt x="794532" y="296821"/>
                  </a:lnTo>
                  <a:lnTo>
                    <a:pt x="788074" y="289576"/>
                  </a:lnTo>
                  <a:lnTo>
                    <a:pt x="740348" y="302144"/>
                  </a:lnTo>
                  <a:cubicBezTo>
                    <a:pt x="743317" y="303253"/>
                    <a:pt x="746731" y="304879"/>
                    <a:pt x="750294" y="307097"/>
                  </a:cubicBezTo>
                  <a:cubicBezTo>
                    <a:pt x="756603" y="311016"/>
                    <a:pt x="763357" y="316930"/>
                    <a:pt x="769221" y="325727"/>
                  </a:cubicBezTo>
                  <a:cubicBezTo>
                    <a:pt x="770260" y="327280"/>
                    <a:pt x="771225" y="328906"/>
                    <a:pt x="772190" y="330606"/>
                  </a:cubicBezTo>
                  <a:lnTo>
                    <a:pt x="797204" y="324027"/>
                  </a:lnTo>
                  <a:lnTo>
                    <a:pt x="799208" y="314416"/>
                  </a:lnTo>
                  <a:lnTo>
                    <a:pt x="800915" y="313973"/>
                  </a:lnTo>
                  <a:lnTo>
                    <a:pt x="808337" y="342065"/>
                  </a:lnTo>
                  <a:close/>
                  <a:moveTo>
                    <a:pt x="783398" y="455988"/>
                  </a:moveTo>
                  <a:cubicBezTo>
                    <a:pt x="776718" y="456210"/>
                    <a:pt x="771522" y="461755"/>
                    <a:pt x="771745" y="468408"/>
                  </a:cubicBezTo>
                  <a:cubicBezTo>
                    <a:pt x="771967" y="475062"/>
                    <a:pt x="777534" y="480237"/>
                    <a:pt x="784214" y="480015"/>
                  </a:cubicBezTo>
                  <a:cubicBezTo>
                    <a:pt x="790895" y="479793"/>
                    <a:pt x="796090" y="474249"/>
                    <a:pt x="795868" y="467669"/>
                  </a:cubicBezTo>
                  <a:cubicBezTo>
                    <a:pt x="795645" y="461016"/>
                    <a:pt x="790078" y="455841"/>
                    <a:pt x="783398" y="456062"/>
                  </a:cubicBezTo>
                  <a:moveTo>
                    <a:pt x="744208" y="631494"/>
                  </a:moveTo>
                  <a:lnTo>
                    <a:pt x="745618" y="632529"/>
                  </a:lnTo>
                  <a:lnTo>
                    <a:pt x="727581" y="657960"/>
                  </a:lnTo>
                  <a:lnTo>
                    <a:pt x="726171" y="656925"/>
                  </a:lnTo>
                  <a:lnTo>
                    <a:pt x="728324" y="646353"/>
                  </a:lnTo>
                  <a:lnTo>
                    <a:pt x="705611" y="630385"/>
                  </a:lnTo>
                  <a:lnTo>
                    <a:pt x="664491" y="631124"/>
                  </a:lnTo>
                  <a:lnTo>
                    <a:pt x="657365" y="634525"/>
                  </a:lnTo>
                  <a:lnTo>
                    <a:pt x="655955" y="633490"/>
                  </a:lnTo>
                  <a:lnTo>
                    <a:pt x="672359" y="610350"/>
                  </a:lnTo>
                  <a:lnTo>
                    <a:pt x="673769" y="611385"/>
                  </a:lnTo>
                  <a:lnTo>
                    <a:pt x="672359" y="620183"/>
                  </a:lnTo>
                  <a:lnTo>
                    <a:pt x="672730" y="620405"/>
                  </a:lnTo>
                  <a:lnTo>
                    <a:pt x="705685" y="619813"/>
                  </a:lnTo>
                  <a:lnTo>
                    <a:pt x="694255" y="590242"/>
                  </a:lnTo>
                  <a:lnTo>
                    <a:pt x="693884" y="590020"/>
                  </a:lnTo>
                  <a:lnTo>
                    <a:pt x="685867" y="594308"/>
                  </a:lnTo>
                  <a:lnTo>
                    <a:pt x="684457" y="593273"/>
                  </a:lnTo>
                  <a:lnTo>
                    <a:pt x="698189" y="573904"/>
                  </a:lnTo>
                  <a:lnTo>
                    <a:pt x="699599" y="574939"/>
                  </a:lnTo>
                  <a:lnTo>
                    <a:pt x="698411" y="582849"/>
                  </a:lnTo>
                  <a:lnTo>
                    <a:pt x="712143" y="620848"/>
                  </a:lnTo>
                  <a:lnTo>
                    <a:pt x="734930" y="636891"/>
                  </a:lnTo>
                  <a:lnTo>
                    <a:pt x="744282" y="631346"/>
                  </a:lnTo>
                  <a:close/>
                  <a:moveTo>
                    <a:pt x="176467" y="73854"/>
                  </a:moveTo>
                  <a:lnTo>
                    <a:pt x="209348" y="124273"/>
                  </a:lnTo>
                  <a:lnTo>
                    <a:pt x="204152" y="132849"/>
                  </a:lnTo>
                  <a:lnTo>
                    <a:pt x="205117" y="134327"/>
                  </a:lnTo>
                  <a:lnTo>
                    <a:pt x="229834" y="118359"/>
                  </a:lnTo>
                  <a:lnTo>
                    <a:pt x="228869" y="116880"/>
                  </a:lnTo>
                  <a:lnTo>
                    <a:pt x="218997" y="118063"/>
                  </a:lnTo>
                  <a:lnTo>
                    <a:pt x="186116" y="67644"/>
                  </a:lnTo>
                  <a:lnTo>
                    <a:pt x="191237" y="59142"/>
                  </a:lnTo>
                  <a:lnTo>
                    <a:pt x="190272" y="57664"/>
                  </a:lnTo>
                  <a:lnTo>
                    <a:pt x="165556" y="73632"/>
                  </a:lnTo>
                  <a:lnTo>
                    <a:pt x="166521" y="75111"/>
                  </a:lnTo>
                  <a:lnTo>
                    <a:pt x="176467" y="73854"/>
                  </a:lnTo>
                  <a:close/>
                  <a:moveTo>
                    <a:pt x="278451" y="19369"/>
                  </a:moveTo>
                  <a:lnTo>
                    <a:pt x="278005" y="17669"/>
                  </a:lnTo>
                  <a:lnTo>
                    <a:pt x="307695" y="10646"/>
                  </a:lnTo>
                  <a:lnTo>
                    <a:pt x="308140" y="12346"/>
                  </a:lnTo>
                  <a:lnTo>
                    <a:pt x="299382" y="18926"/>
                  </a:lnTo>
                  <a:lnTo>
                    <a:pt x="313410" y="77551"/>
                  </a:lnTo>
                  <a:lnTo>
                    <a:pt x="338795" y="71562"/>
                  </a:lnTo>
                  <a:lnTo>
                    <a:pt x="342061" y="51380"/>
                  </a:lnTo>
                  <a:lnTo>
                    <a:pt x="343768" y="50936"/>
                  </a:lnTo>
                  <a:lnTo>
                    <a:pt x="349558" y="75185"/>
                  </a:lnTo>
                  <a:lnTo>
                    <a:pt x="294929" y="88122"/>
                  </a:lnTo>
                  <a:lnTo>
                    <a:pt x="294483" y="86422"/>
                  </a:lnTo>
                  <a:lnTo>
                    <a:pt x="302128" y="80064"/>
                  </a:lnTo>
                  <a:lnTo>
                    <a:pt x="288174" y="21587"/>
                  </a:lnTo>
                  <a:lnTo>
                    <a:pt x="278451" y="19369"/>
                  </a:lnTo>
                  <a:close/>
                  <a:moveTo>
                    <a:pt x="326400" y="806038"/>
                  </a:moveTo>
                  <a:lnTo>
                    <a:pt x="301015" y="800124"/>
                  </a:lnTo>
                  <a:lnTo>
                    <a:pt x="314821" y="741499"/>
                  </a:lnTo>
                  <a:lnTo>
                    <a:pt x="325583" y="739503"/>
                  </a:lnTo>
                  <a:lnTo>
                    <a:pt x="325954" y="737802"/>
                  </a:lnTo>
                  <a:lnTo>
                    <a:pt x="296265" y="730853"/>
                  </a:lnTo>
                  <a:lnTo>
                    <a:pt x="295893" y="732554"/>
                  </a:lnTo>
                  <a:lnTo>
                    <a:pt x="303539" y="738837"/>
                  </a:lnTo>
                  <a:lnTo>
                    <a:pt x="289807" y="797388"/>
                  </a:lnTo>
                  <a:lnTo>
                    <a:pt x="280084" y="799606"/>
                  </a:lnTo>
                  <a:lnTo>
                    <a:pt x="279713" y="801307"/>
                  </a:lnTo>
                  <a:lnTo>
                    <a:pt x="334416" y="814096"/>
                  </a:lnTo>
                  <a:lnTo>
                    <a:pt x="340131" y="789848"/>
                  </a:lnTo>
                  <a:lnTo>
                    <a:pt x="338424" y="789478"/>
                  </a:lnTo>
                  <a:lnTo>
                    <a:pt x="326474" y="806112"/>
                  </a:lnTo>
                  <a:close/>
                  <a:moveTo>
                    <a:pt x="511812" y="731814"/>
                  </a:moveTo>
                  <a:lnTo>
                    <a:pt x="512109" y="733515"/>
                  </a:lnTo>
                  <a:lnTo>
                    <a:pt x="505503" y="738690"/>
                  </a:lnTo>
                  <a:lnTo>
                    <a:pt x="496893" y="808478"/>
                  </a:lnTo>
                  <a:lnTo>
                    <a:pt x="492439" y="809291"/>
                  </a:lnTo>
                  <a:lnTo>
                    <a:pt x="463714" y="760942"/>
                  </a:lnTo>
                  <a:lnTo>
                    <a:pt x="462972" y="761090"/>
                  </a:lnTo>
                  <a:lnTo>
                    <a:pt x="452432" y="816314"/>
                  </a:lnTo>
                  <a:lnTo>
                    <a:pt x="448127" y="817053"/>
                  </a:lnTo>
                  <a:lnTo>
                    <a:pt x="416211" y="754510"/>
                  </a:lnTo>
                  <a:lnTo>
                    <a:pt x="407230" y="751997"/>
                  </a:lnTo>
                  <a:lnTo>
                    <a:pt x="406933" y="750296"/>
                  </a:lnTo>
                  <a:lnTo>
                    <a:pt x="436103" y="745121"/>
                  </a:lnTo>
                  <a:lnTo>
                    <a:pt x="436400" y="746822"/>
                  </a:lnTo>
                  <a:lnTo>
                    <a:pt x="427864" y="752440"/>
                  </a:lnTo>
                  <a:lnTo>
                    <a:pt x="449241" y="795688"/>
                  </a:lnTo>
                  <a:lnTo>
                    <a:pt x="449909" y="795540"/>
                  </a:lnTo>
                  <a:lnTo>
                    <a:pt x="459484" y="740390"/>
                  </a:lnTo>
                  <a:lnTo>
                    <a:pt x="464011" y="739577"/>
                  </a:lnTo>
                  <a:lnTo>
                    <a:pt x="492291" y="788074"/>
                  </a:lnTo>
                  <a:lnTo>
                    <a:pt x="492959" y="788074"/>
                  </a:lnTo>
                  <a:lnTo>
                    <a:pt x="498006" y="740168"/>
                  </a:lnTo>
                  <a:lnTo>
                    <a:pt x="488060" y="737655"/>
                  </a:lnTo>
                  <a:lnTo>
                    <a:pt x="487763" y="735954"/>
                  </a:lnTo>
                  <a:lnTo>
                    <a:pt x="511886" y="731740"/>
                  </a:lnTo>
                  <a:close/>
                  <a:moveTo>
                    <a:pt x="193241" y="719246"/>
                  </a:moveTo>
                  <a:cubicBezTo>
                    <a:pt x="183221" y="716437"/>
                    <a:pt x="174463" y="716363"/>
                    <a:pt x="167263" y="717472"/>
                  </a:cubicBezTo>
                  <a:lnTo>
                    <a:pt x="167263" y="717472"/>
                  </a:lnTo>
                  <a:lnTo>
                    <a:pt x="198140" y="697364"/>
                  </a:lnTo>
                  <a:lnTo>
                    <a:pt x="193316" y="719246"/>
                  </a:lnTo>
                  <a:close/>
                  <a:moveTo>
                    <a:pt x="203633" y="723017"/>
                  </a:moveTo>
                  <a:lnTo>
                    <a:pt x="211204" y="687827"/>
                  </a:lnTo>
                  <a:lnTo>
                    <a:pt x="206156" y="684352"/>
                  </a:lnTo>
                  <a:lnTo>
                    <a:pt x="143957" y="724126"/>
                  </a:lnTo>
                  <a:lnTo>
                    <a:pt x="136163" y="723165"/>
                  </a:lnTo>
                  <a:lnTo>
                    <a:pt x="135124" y="724643"/>
                  </a:lnTo>
                  <a:lnTo>
                    <a:pt x="154793" y="738172"/>
                  </a:lnTo>
                  <a:lnTo>
                    <a:pt x="155832" y="736693"/>
                  </a:lnTo>
                  <a:lnTo>
                    <a:pt x="150414" y="728487"/>
                  </a:lnTo>
                  <a:cubicBezTo>
                    <a:pt x="153309" y="726565"/>
                    <a:pt x="169044" y="717324"/>
                    <a:pt x="192054" y="724052"/>
                  </a:cubicBezTo>
                  <a:lnTo>
                    <a:pt x="185745" y="752588"/>
                  </a:lnTo>
                  <a:lnTo>
                    <a:pt x="175502" y="750222"/>
                  </a:lnTo>
                  <a:lnTo>
                    <a:pt x="174463" y="751701"/>
                  </a:lnTo>
                  <a:lnTo>
                    <a:pt x="198511" y="768261"/>
                  </a:lnTo>
                  <a:lnTo>
                    <a:pt x="199550" y="766782"/>
                  </a:lnTo>
                  <a:lnTo>
                    <a:pt x="195691" y="759315"/>
                  </a:lnTo>
                  <a:lnTo>
                    <a:pt x="202445" y="728044"/>
                  </a:lnTo>
                  <a:cubicBezTo>
                    <a:pt x="205414" y="729449"/>
                    <a:pt x="208457" y="731149"/>
                    <a:pt x="211649" y="733071"/>
                  </a:cubicBezTo>
                  <a:lnTo>
                    <a:pt x="212837" y="727748"/>
                  </a:lnTo>
                  <a:cubicBezTo>
                    <a:pt x="209645" y="725826"/>
                    <a:pt x="206602" y="724274"/>
                    <a:pt x="203633" y="722869"/>
                  </a:cubicBezTo>
                  <a:lnTo>
                    <a:pt x="203633" y="722869"/>
                  </a:lnTo>
                  <a:moveTo>
                    <a:pt x="44422" y="467004"/>
                  </a:moveTo>
                  <a:cubicBezTo>
                    <a:pt x="44645" y="473362"/>
                    <a:pt x="39597" y="478684"/>
                    <a:pt x="33214" y="478906"/>
                  </a:cubicBezTo>
                  <a:cubicBezTo>
                    <a:pt x="26831" y="479128"/>
                    <a:pt x="21487" y="474101"/>
                    <a:pt x="21264" y="467743"/>
                  </a:cubicBezTo>
                  <a:cubicBezTo>
                    <a:pt x="21041" y="461385"/>
                    <a:pt x="26088" y="456062"/>
                    <a:pt x="32472" y="455841"/>
                  </a:cubicBezTo>
                  <a:cubicBezTo>
                    <a:pt x="38855" y="455619"/>
                    <a:pt x="44199" y="460646"/>
                    <a:pt x="44422" y="467004"/>
                  </a:cubicBezTo>
                  <a:moveTo>
                    <a:pt x="67654" y="343470"/>
                  </a:moveTo>
                  <a:cubicBezTo>
                    <a:pt x="70400" y="339478"/>
                    <a:pt x="72404" y="334968"/>
                    <a:pt x="73592" y="329793"/>
                  </a:cubicBezTo>
                  <a:cubicBezTo>
                    <a:pt x="74334" y="326762"/>
                    <a:pt x="74705" y="323509"/>
                    <a:pt x="74705" y="320035"/>
                  </a:cubicBezTo>
                  <a:cubicBezTo>
                    <a:pt x="74705" y="316560"/>
                    <a:pt x="74408" y="313233"/>
                    <a:pt x="73815" y="309907"/>
                  </a:cubicBezTo>
                  <a:cubicBezTo>
                    <a:pt x="73221" y="306580"/>
                    <a:pt x="72256" y="303697"/>
                    <a:pt x="70846" y="301109"/>
                  </a:cubicBezTo>
                  <a:lnTo>
                    <a:pt x="53923" y="297117"/>
                  </a:lnTo>
                  <a:lnTo>
                    <a:pt x="50954" y="288541"/>
                  </a:lnTo>
                  <a:lnTo>
                    <a:pt x="49246" y="288098"/>
                  </a:lnTo>
                  <a:lnTo>
                    <a:pt x="42566" y="316264"/>
                  </a:lnTo>
                  <a:lnTo>
                    <a:pt x="44273" y="316708"/>
                  </a:lnTo>
                  <a:lnTo>
                    <a:pt x="50954" y="308206"/>
                  </a:lnTo>
                  <a:lnTo>
                    <a:pt x="69287" y="312494"/>
                  </a:lnTo>
                  <a:cubicBezTo>
                    <a:pt x="69510" y="314712"/>
                    <a:pt x="69510" y="316930"/>
                    <a:pt x="69287" y="319000"/>
                  </a:cubicBezTo>
                  <a:cubicBezTo>
                    <a:pt x="69064" y="321070"/>
                    <a:pt x="68693" y="323140"/>
                    <a:pt x="68174" y="325210"/>
                  </a:cubicBezTo>
                  <a:cubicBezTo>
                    <a:pt x="66912" y="330385"/>
                    <a:pt x="64537" y="334746"/>
                    <a:pt x="60900" y="338295"/>
                  </a:cubicBezTo>
                  <a:cubicBezTo>
                    <a:pt x="57263" y="341844"/>
                    <a:pt x="52735" y="344283"/>
                    <a:pt x="47242" y="345614"/>
                  </a:cubicBezTo>
                  <a:cubicBezTo>
                    <a:pt x="41750" y="346945"/>
                    <a:pt x="35515" y="346797"/>
                    <a:pt x="28538" y="345170"/>
                  </a:cubicBezTo>
                  <a:cubicBezTo>
                    <a:pt x="23045" y="343840"/>
                    <a:pt x="18443" y="341548"/>
                    <a:pt x="14658" y="338221"/>
                  </a:cubicBezTo>
                  <a:cubicBezTo>
                    <a:pt x="10947" y="334894"/>
                    <a:pt x="8349" y="330828"/>
                    <a:pt x="6864" y="326097"/>
                  </a:cubicBezTo>
                  <a:cubicBezTo>
                    <a:pt x="5454" y="321365"/>
                    <a:pt x="5306" y="316412"/>
                    <a:pt x="6568" y="311163"/>
                  </a:cubicBezTo>
                  <a:cubicBezTo>
                    <a:pt x="7161" y="308502"/>
                    <a:pt x="8126" y="306284"/>
                    <a:pt x="9314" y="304510"/>
                  </a:cubicBezTo>
                  <a:cubicBezTo>
                    <a:pt x="10501" y="302662"/>
                    <a:pt x="12357" y="300592"/>
                    <a:pt x="14881" y="298226"/>
                  </a:cubicBezTo>
                  <a:lnTo>
                    <a:pt x="29577" y="293568"/>
                  </a:lnTo>
                  <a:lnTo>
                    <a:pt x="29948" y="291868"/>
                  </a:lnTo>
                  <a:lnTo>
                    <a:pt x="11763" y="288246"/>
                  </a:lnTo>
                  <a:cubicBezTo>
                    <a:pt x="10279" y="290020"/>
                    <a:pt x="8943" y="291868"/>
                    <a:pt x="7607" y="293790"/>
                  </a:cubicBezTo>
                  <a:cubicBezTo>
                    <a:pt x="6345" y="295712"/>
                    <a:pt x="5157" y="297930"/>
                    <a:pt x="4118" y="300444"/>
                  </a:cubicBezTo>
                  <a:cubicBezTo>
                    <a:pt x="3079" y="302957"/>
                    <a:pt x="2114" y="306136"/>
                    <a:pt x="1149" y="309907"/>
                  </a:cubicBezTo>
                  <a:cubicBezTo>
                    <a:pt x="-113" y="315155"/>
                    <a:pt x="-335" y="320330"/>
                    <a:pt x="481" y="325431"/>
                  </a:cubicBezTo>
                  <a:cubicBezTo>
                    <a:pt x="1298" y="330533"/>
                    <a:pt x="3005" y="335190"/>
                    <a:pt x="5603" y="339626"/>
                  </a:cubicBezTo>
                  <a:cubicBezTo>
                    <a:pt x="8200" y="343987"/>
                    <a:pt x="11615" y="347758"/>
                    <a:pt x="15771" y="350863"/>
                  </a:cubicBezTo>
                  <a:cubicBezTo>
                    <a:pt x="19928" y="353968"/>
                    <a:pt x="24752" y="356186"/>
                    <a:pt x="30245" y="357516"/>
                  </a:cubicBezTo>
                  <a:cubicBezTo>
                    <a:pt x="35218" y="358699"/>
                    <a:pt x="40043" y="358847"/>
                    <a:pt x="44719" y="358034"/>
                  </a:cubicBezTo>
                  <a:cubicBezTo>
                    <a:pt x="49395" y="357221"/>
                    <a:pt x="53626" y="355594"/>
                    <a:pt x="57485" y="353081"/>
                  </a:cubicBezTo>
                  <a:cubicBezTo>
                    <a:pt x="61345" y="350641"/>
                    <a:pt x="64685" y="347388"/>
                    <a:pt x="67431" y="343396"/>
                  </a:cubicBezTo>
                  <a:moveTo>
                    <a:pt x="128073" y="612420"/>
                  </a:moveTo>
                  <a:cubicBezTo>
                    <a:pt x="128592" y="614638"/>
                    <a:pt x="128963" y="616930"/>
                    <a:pt x="129186" y="619222"/>
                  </a:cubicBezTo>
                  <a:lnTo>
                    <a:pt x="114044" y="629793"/>
                  </a:lnTo>
                  <a:lnTo>
                    <a:pt x="113079" y="628315"/>
                  </a:lnTo>
                  <a:lnTo>
                    <a:pt x="119834" y="614490"/>
                  </a:lnTo>
                  <a:cubicBezTo>
                    <a:pt x="119834" y="611090"/>
                    <a:pt x="119611" y="608280"/>
                    <a:pt x="119091" y="606210"/>
                  </a:cubicBezTo>
                  <a:cubicBezTo>
                    <a:pt x="118572" y="604066"/>
                    <a:pt x="117607" y="601923"/>
                    <a:pt x="116122" y="599631"/>
                  </a:cubicBezTo>
                  <a:cubicBezTo>
                    <a:pt x="113153" y="595121"/>
                    <a:pt x="109442" y="591720"/>
                    <a:pt x="105063" y="589503"/>
                  </a:cubicBezTo>
                  <a:cubicBezTo>
                    <a:pt x="100684" y="587285"/>
                    <a:pt x="95933" y="586398"/>
                    <a:pt x="90886" y="586767"/>
                  </a:cubicBezTo>
                  <a:cubicBezTo>
                    <a:pt x="85839" y="587137"/>
                    <a:pt x="81014" y="588837"/>
                    <a:pt x="76264" y="591942"/>
                  </a:cubicBezTo>
                  <a:cubicBezTo>
                    <a:pt x="70252" y="595787"/>
                    <a:pt x="65873" y="600222"/>
                    <a:pt x="63052" y="605101"/>
                  </a:cubicBezTo>
                  <a:cubicBezTo>
                    <a:pt x="60232" y="609981"/>
                    <a:pt x="58821" y="614934"/>
                    <a:pt x="58970" y="620035"/>
                  </a:cubicBezTo>
                  <a:cubicBezTo>
                    <a:pt x="59044" y="625062"/>
                    <a:pt x="60603" y="629867"/>
                    <a:pt x="63497" y="634303"/>
                  </a:cubicBezTo>
                  <a:cubicBezTo>
                    <a:pt x="64685" y="636077"/>
                    <a:pt x="65947" y="637778"/>
                    <a:pt x="67283" y="639404"/>
                  </a:cubicBezTo>
                  <a:cubicBezTo>
                    <a:pt x="68619" y="641031"/>
                    <a:pt x="70178" y="642509"/>
                    <a:pt x="71959" y="643914"/>
                  </a:cubicBezTo>
                  <a:lnTo>
                    <a:pt x="87769" y="633638"/>
                  </a:lnTo>
                  <a:lnTo>
                    <a:pt x="86210" y="622992"/>
                  </a:lnTo>
                  <a:lnTo>
                    <a:pt x="87695" y="622031"/>
                  </a:lnTo>
                  <a:lnTo>
                    <a:pt x="103579" y="646279"/>
                  </a:lnTo>
                  <a:lnTo>
                    <a:pt x="102094" y="647241"/>
                  </a:lnTo>
                  <a:lnTo>
                    <a:pt x="93855" y="643470"/>
                  </a:lnTo>
                  <a:lnTo>
                    <a:pt x="79233" y="652933"/>
                  </a:lnTo>
                  <a:cubicBezTo>
                    <a:pt x="76412" y="652120"/>
                    <a:pt x="73592" y="650789"/>
                    <a:pt x="70771" y="649015"/>
                  </a:cubicBezTo>
                  <a:cubicBezTo>
                    <a:pt x="67951" y="647241"/>
                    <a:pt x="65279" y="645023"/>
                    <a:pt x="62829" y="642657"/>
                  </a:cubicBezTo>
                  <a:cubicBezTo>
                    <a:pt x="60306" y="640291"/>
                    <a:pt x="58228" y="637704"/>
                    <a:pt x="56520" y="635116"/>
                  </a:cubicBezTo>
                  <a:cubicBezTo>
                    <a:pt x="53626" y="630681"/>
                    <a:pt x="51696" y="626171"/>
                    <a:pt x="50731" y="621440"/>
                  </a:cubicBezTo>
                  <a:cubicBezTo>
                    <a:pt x="49766" y="616708"/>
                    <a:pt x="49692" y="612125"/>
                    <a:pt x="50582" y="607615"/>
                  </a:cubicBezTo>
                  <a:cubicBezTo>
                    <a:pt x="51473" y="603105"/>
                    <a:pt x="53180" y="598892"/>
                    <a:pt x="55778" y="594973"/>
                  </a:cubicBezTo>
                  <a:cubicBezTo>
                    <a:pt x="58376" y="591055"/>
                    <a:pt x="61865" y="587728"/>
                    <a:pt x="66170" y="584919"/>
                  </a:cubicBezTo>
                  <a:cubicBezTo>
                    <a:pt x="70920" y="581814"/>
                    <a:pt x="75819" y="579892"/>
                    <a:pt x="81014" y="579005"/>
                  </a:cubicBezTo>
                  <a:cubicBezTo>
                    <a:pt x="86136" y="578192"/>
                    <a:pt x="91257" y="578266"/>
                    <a:pt x="96230" y="579448"/>
                  </a:cubicBezTo>
                  <a:cubicBezTo>
                    <a:pt x="101203" y="580557"/>
                    <a:pt x="105805" y="582627"/>
                    <a:pt x="110036" y="585511"/>
                  </a:cubicBezTo>
                  <a:cubicBezTo>
                    <a:pt x="114267" y="588468"/>
                    <a:pt x="117904" y="592164"/>
                    <a:pt x="120873" y="596674"/>
                  </a:cubicBezTo>
                  <a:cubicBezTo>
                    <a:pt x="123025" y="599927"/>
                    <a:pt x="124658" y="602810"/>
                    <a:pt x="125697" y="605323"/>
                  </a:cubicBezTo>
                  <a:cubicBezTo>
                    <a:pt x="126811" y="607837"/>
                    <a:pt x="127627" y="610203"/>
                    <a:pt x="128147" y="612494"/>
                  </a:cubicBezTo>
                  <a:moveTo>
                    <a:pt x="602142" y="738763"/>
                  </a:moveTo>
                  <a:lnTo>
                    <a:pt x="602142" y="738763"/>
                  </a:lnTo>
                  <a:lnTo>
                    <a:pt x="594497" y="702834"/>
                  </a:lnTo>
                  <a:lnTo>
                    <a:pt x="613276" y="715328"/>
                  </a:lnTo>
                  <a:cubicBezTo>
                    <a:pt x="606967" y="723534"/>
                    <a:pt x="603775" y="731740"/>
                    <a:pt x="602142" y="738763"/>
                  </a:cubicBezTo>
                  <a:moveTo>
                    <a:pt x="651798" y="727526"/>
                  </a:moveTo>
                  <a:lnTo>
                    <a:pt x="625004" y="709858"/>
                  </a:lnTo>
                  <a:lnTo>
                    <a:pt x="625004" y="709858"/>
                  </a:lnTo>
                  <a:cubicBezTo>
                    <a:pt x="627379" y="707640"/>
                    <a:pt x="630051" y="705348"/>
                    <a:pt x="633094" y="703130"/>
                  </a:cubicBezTo>
                  <a:lnTo>
                    <a:pt x="628566" y="700173"/>
                  </a:lnTo>
                  <a:cubicBezTo>
                    <a:pt x="625597" y="702465"/>
                    <a:pt x="622999" y="704683"/>
                    <a:pt x="620624" y="706974"/>
                  </a:cubicBezTo>
                  <a:lnTo>
                    <a:pt x="620624" y="706974"/>
                  </a:lnTo>
                  <a:lnTo>
                    <a:pt x="590489" y="687162"/>
                  </a:lnTo>
                  <a:lnTo>
                    <a:pt x="585442" y="690562"/>
                  </a:lnTo>
                  <a:lnTo>
                    <a:pt x="600064" y="762716"/>
                  </a:lnTo>
                  <a:lnTo>
                    <a:pt x="596353" y="769591"/>
                  </a:lnTo>
                  <a:lnTo>
                    <a:pt x="597318" y="771070"/>
                  </a:lnTo>
                  <a:lnTo>
                    <a:pt x="617136" y="757689"/>
                  </a:lnTo>
                  <a:lnTo>
                    <a:pt x="616171" y="756211"/>
                  </a:lnTo>
                  <a:lnTo>
                    <a:pt x="606522" y="758280"/>
                  </a:lnTo>
                  <a:cubicBezTo>
                    <a:pt x="605779" y="754880"/>
                    <a:pt x="602811" y="736989"/>
                    <a:pt x="617507" y="717990"/>
                  </a:cubicBezTo>
                  <a:lnTo>
                    <a:pt x="641927" y="734254"/>
                  </a:lnTo>
                  <a:lnTo>
                    <a:pt x="636063" y="742903"/>
                  </a:lnTo>
                  <a:lnTo>
                    <a:pt x="637028" y="744382"/>
                  </a:lnTo>
                  <a:lnTo>
                    <a:pt x="661225" y="728044"/>
                  </a:lnTo>
                  <a:lnTo>
                    <a:pt x="660260" y="726565"/>
                  </a:lnTo>
                  <a:lnTo>
                    <a:pt x="651873" y="727379"/>
                  </a:lnTo>
                  <a:close/>
                  <a:moveTo>
                    <a:pt x="103207" y="181420"/>
                  </a:moveTo>
                  <a:lnTo>
                    <a:pt x="81386" y="175727"/>
                  </a:lnTo>
                  <a:lnTo>
                    <a:pt x="100313" y="207220"/>
                  </a:lnTo>
                  <a:lnTo>
                    <a:pt x="100313" y="207220"/>
                  </a:lnTo>
                  <a:cubicBezTo>
                    <a:pt x="99496" y="199976"/>
                    <a:pt x="99942" y="191252"/>
                    <a:pt x="103133" y="181420"/>
                  </a:cubicBezTo>
                  <a:moveTo>
                    <a:pt x="106176" y="230582"/>
                  </a:moveTo>
                  <a:lnTo>
                    <a:pt x="68767" y="167078"/>
                  </a:lnTo>
                  <a:lnTo>
                    <a:pt x="72404" y="162198"/>
                  </a:lnTo>
                  <a:lnTo>
                    <a:pt x="107364" y="171144"/>
                  </a:lnTo>
                  <a:lnTo>
                    <a:pt x="107364" y="171144"/>
                  </a:lnTo>
                  <a:cubicBezTo>
                    <a:pt x="108848" y="168186"/>
                    <a:pt x="110556" y="165229"/>
                    <a:pt x="112634" y="162124"/>
                  </a:cubicBezTo>
                  <a:lnTo>
                    <a:pt x="117904" y="163455"/>
                  </a:lnTo>
                  <a:cubicBezTo>
                    <a:pt x="115826" y="166486"/>
                    <a:pt x="113970" y="169517"/>
                    <a:pt x="112485" y="172400"/>
                  </a:cubicBezTo>
                  <a:lnTo>
                    <a:pt x="112485" y="172400"/>
                  </a:lnTo>
                  <a:lnTo>
                    <a:pt x="143585" y="180385"/>
                  </a:lnTo>
                  <a:lnTo>
                    <a:pt x="151230" y="176836"/>
                  </a:lnTo>
                  <a:lnTo>
                    <a:pt x="152641" y="177871"/>
                  </a:lnTo>
                  <a:lnTo>
                    <a:pt x="135050" y="201158"/>
                  </a:lnTo>
                  <a:lnTo>
                    <a:pt x="133639" y="200123"/>
                  </a:lnTo>
                  <a:lnTo>
                    <a:pt x="136386" y="190069"/>
                  </a:lnTo>
                  <a:lnTo>
                    <a:pt x="108032" y="182602"/>
                  </a:lnTo>
                  <a:lnTo>
                    <a:pt x="108032" y="182602"/>
                  </a:lnTo>
                  <a:cubicBezTo>
                    <a:pt x="100387" y="205298"/>
                    <a:pt x="108997" y="221267"/>
                    <a:pt x="110853" y="224224"/>
                  </a:cubicBezTo>
                  <a:lnTo>
                    <a:pt x="119314" y="219197"/>
                  </a:lnTo>
                  <a:lnTo>
                    <a:pt x="120724" y="220232"/>
                  </a:lnTo>
                  <a:lnTo>
                    <a:pt x="106325" y="239305"/>
                  </a:lnTo>
                  <a:lnTo>
                    <a:pt x="104915" y="238270"/>
                  </a:lnTo>
                  <a:lnTo>
                    <a:pt x="106176" y="230508"/>
                  </a:lnTo>
                  <a:close/>
                  <a:moveTo>
                    <a:pt x="641036" y="168408"/>
                  </a:moveTo>
                  <a:lnTo>
                    <a:pt x="638067" y="158650"/>
                  </a:lnTo>
                  <a:lnTo>
                    <a:pt x="681785" y="138393"/>
                  </a:lnTo>
                  <a:lnTo>
                    <a:pt x="682230" y="138911"/>
                  </a:lnTo>
                  <a:lnTo>
                    <a:pt x="655064" y="187999"/>
                  </a:lnTo>
                  <a:lnTo>
                    <a:pt x="658108" y="191474"/>
                  </a:lnTo>
                  <a:lnTo>
                    <a:pt x="710510" y="171291"/>
                  </a:lnTo>
                  <a:lnTo>
                    <a:pt x="710955" y="171809"/>
                  </a:lnTo>
                  <a:lnTo>
                    <a:pt x="684680" y="212248"/>
                  </a:lnTo>
                  <a:lnTo>
                    <a:pt x="675476" y="207886"/>
                  </a:lnTo>
                  <a:lnTo>
                    <a:pt x="674140" y="208995"/>
                  </a:lnTo>
                  <a:lnTo>
                    <a:pt x="693587" y="231247"/>
                  </a:lnTo>
                  <a:lnTo>
                    <a:pt x="694923" y="230138"/>
                  </a:lnTo>
                  <a:lnTo>
                    <a:pt x="692473" y="221193"/>
                  </a:lnTo>
                  <a:lnTo>
                    <a:pt x="729882" y="161829"/>
                  </a:lnTo>
                  <a:lnTo>
                    <a:pt x="726988" y="158502"/>
                  </a:lnTo>
                  <a:lnTo>
                    <a:pt x="674066" y="177871"/>
                  </a:lnTo>
                  <a:lnTo>
                    <a:pt x="673546" y="177280"/>
                  </a:lnTo>
                  <a:lnTo>
                    <a:pt x="700341" y="127970"/>
                  </a:lnTo>
                  <a:lnTo>
                    <a:pt x="697372" y="124569"/>
                  </a:lnTo>
                  <a:lnTo>
                    <a:pt x="632871" y="153105"/>
                  </a:lnTo>
                  <a:lnTo>
                    <a:pt x="625078" y="150148"/>
                  </a:lnTo>
                  <a:lnTo>
                    <a:pt x="623742" y="151331"/>
                  </a:lnTo>
                  <a:lnTo>
                    <a:pt x="639774" y="169739"/>
                  </a:lnTo>
                  <a:lnTo>
                    <a:pt x="641110" y="168556"/>
                  </a:lnTo>
                  <a:close/>
                  <a:moveTo>
                    <a:pt x="569113" y="116437"/>
                  </a:moveTo>
                  <a:lnTo>
                    <a:pt x="542912" y="103056"/>
                  </a:lnTo>
                  <a:lnTo>
                    <a:pt x="543728" y="101503"/>
                  </a:lnTo>
                  <a:lnTo>
                    <a:pt x="553748" y="101725"/>
                  </a:lnTo>
                  <a:lnTo>
                    <a:pt x="581360" y="48275"/>
                  </a:lnTo>
                  <a:lnTo>
                    <a:pt x="575348" y="40291"/>
                  </a:lnTo>
                  <a:lnTo>
                    <a:pt x="576164" y="38738"/>
                  </a:lnTo>
                  <a:lnTo>
                    <a:pt x="602291" y="52119"/>
                  </a:lnTo>
                  <a:lnTo>
                    <a:pt x="601475" y="53672"/>
                  </a:lnTo>
                  <a:lnTo>
                    <a:pt x="591528" y="53524"/>
                  </a:lnTo>
                  <a:lnTo>
                    <a:pt x="563917" y="106974"/>
                  </a:lnTo>
                  <a:lnTo>
                    <a:pt x="569855" y="114958"/>
                  </a:lnTo>
                  <a:lnTo>
                    <a:pt x="569039" y="116511"/>
                  </a:lnTo>
                  <a:close/>
                  <a:moveTo>
                    <a:pt x="478782" y="54781"/>
                  </a:moveTo>
                  <a:lnTo>
                    <a:pt x="477000" y="54559"/>
                  </a:lnTo>
                  <a:lnTo>
                    <a:pt x="466609" y="72154"/>
                  </a:lnTo>
                  <a:lnTo>
                    <a:pt x="440705" y="68605"/>
                  </a:lnTo>
                  <a:lnTo>
                    <a:pt x="449018" y="8945"/>
                  </a:lnTo>
                  <a:lnTo>
                    <a:pt x="459558" y="5988"/>
                  </a:lnTo>
                  <a:lnTo>
                    <a:pt x="459780" y="4214"/>
                  </a:lnTo>
                  <a:lnTo>
                    <a:pt x="429571" y="0"/>
                  </a:lnTo>
                  <a:lnTo>
                    <a:pt x="429349" y="1774"/>
                  </a:lnTo>
                  <a:lnTo>
                    <a:pt x="437587" y="7319"/>
                  </a:lnTo>
                  <a:lnTo>
                    <a:pt x="429274" y="66905"/>
                  </a:lnTo>
                  <a:lnTo>
                    <a:pt x="419848" y="70010"/>
                  </a:lnTo>
                  <a:lnTo>
                    <a:pt x="419625" y="71784"/>
                  </a:lnTo>
                  <a:lnTo>
                    <a:pt x="475293" y="79473"/>
                  </a:lnTo>
                  <a:lnTo>
                    <a:pt x="478708" y="547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85" name="Google Shape;2785;p51"/>
            <p:cNvSpPr/>
            <p:nvPr/>
          </p:nvSpPr>
          <p:spPr>
            <a:xfrm>
              <a:off x="1139771" y="1143024"/>
              <a:ext cx="259042" cy="239157"/>
            </a:xfrm>
            <a:custGeom>
              <a:avLst/>
              <a:gdLst/>
              <a:ahLst/>
              <a:cxnLst/>
              <a:rect l="l" t="t" r="r" b="b"/>
              <a:pathLst>
                <a:path w="259042" h="239157" extrusionOk="0">
                  <a:moveTo>
                    <a:pt x="85432" y="86792"/>
                  </a:moveTo>
                  <a:cubicBezTo>
                    <a:pt x="131896" y="40513"/>
                    <a:pt x="192686" y="13751"/>
                    <a:pt x="257855" y="10572"/>
                  </a:cubicBezTo>
                  <a:cubicBezTo>
                    <a:pt x="258300" y="7393"/>
                    <a:pt x="258671" y="3918"/>
                    <a:pt x="259042" y="0"/>
                  </a:cubicBezTo>
                  <a:cubicBezTo>
                    <a:pt x="124771" y="5766"/>
                    <a:pt x="15661" y="108157"/>
                    <a:pt x="0" y="239157"/>
                  </a:cubicBezTo>
                  <a:lnTo>
                    <a:pt x="10614" y="239157"/>
                  </a:lnTo>
                  <a:cubicBezTo>
                    <a:pt x="17740" y="181641"/>
                    <a:pt x="43644" y="128487"/>
                    <a:pt x="85432" y="868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86" name="Google Shape;2786;p51"/>
            <p:cNvSpPr/>
            <p:nvPr/>
          </p:nvSpPr>
          <p:spPr>
            <a:xfrm>
              <a:off x="1137767" y="1394749"/>
              <a:ext cx="91073" cy="27501"/>
            </a:xfrm>
            <a:custGeom>
              <a:avLst/>
              <a:gdLst/>
              <a:ahLst/>
              <a:cxnLst/>
              <a:rect l="l" t="t" r="r" b="b"/>
              <a:pathLst>
                <a:path w="91073" h="27501" extrusionOk="0">
                  <a:moveTo>
                    <a:pt x="91073" y="0"/>
                  </a:moveTo>
                  <a:lnTo>
                    <a:pt x="742" y="0"/>
                  </a:lnTo>
                  <a:cubicBezTo>
                    <a:pt x="297" y="6580"/>
                    <a:pt x="0" y="13233"/>
                    <a:pt x="0" y="19961"/>
                  </a:cubicBezTo>
                  <a:cubicBezTo>
                    <a:pt x="0" y="22474"/>
                    <a:pt x="0" y="24988"/>
                    <a:pt x="74" y="27501"/>
                  </a:cubicBezTo>
                  <a:lnTo>
                    <a:pt x="90999" y="27501"/>
                  </a:lnTo>
                  <a:lnTo>
                    <a:pt x="909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87" name="Google Shape;2787;p51"/>
            <p:cNvSpPr/>
            <p:nvPr/>
          </p:nvSpPr>
          <p:spPr>
            <a:xfrm>
              <a:off x="1360514" y="1142728"/>
              <a:ext cx="100796" cy="82725"/>
            </a:xfrm>
            <a:custGeom>
              <a:avLst/>
              <a:gdLst/>
              <a:ahLst/>
              <a:cxnLst/>
              <a:rect l="l" t="t" r="r" b="b"/>
              <a:pathLst>
                <a:path w="100796" h="82725" extrusionOk="0">
                  <a:moveTo>
                    <a:pt x="0" y="82726"/>
                  </a:moveTo>
                  <a:lnTo>
                    <a:pt x="24791" y="73706"/>
                  </a:lnTo>
                  <a:lnTo>
                    <a:pt x="76006" y="73706"/>
                  </a:lnTo>
                  <a:lnTo>
                    <a:pt x="100796" y="82726"/>
                  </a:lnTo>
                  <a:cubicBezTo>
                    <a:pt x="95601" y="59364"/>
                    <a:pt x="78455" y="58477"/>
                    <a:pt x="63684" y="45096"/>
                  </a:cubicBezTo>
                  <a:cubicBezTo>
                    <a:pt x="56113" y="38295"/>
                    <a:pt x="52773" y="17965"/>
                    <a:pt x="51289" y="0"/>
                  </a:cubicBezTo>
                  <a:cubicBezTo>
                    <a:pt x="50918" y="0"/>
                    <a:pt x="50621" y="0"/>
                    <a:pt x="50250" y="0"/>
                  </a:cubicBezTo>
                  <a:cubicBezTo>
                    <a:pt x="50027" y="0"/>
                    <a:pt x="49730" y="0"/>
                    <a:pt x="49508" y="0"/>
                  </a:cubicBezTo>
                  <a:cubicBezTo>
                    <a:pt x="48023" y="17965"/>
                    <a:pt x="44683" y="38221"/>
                    <a:pt x="37112" y="45096"/>
                  </a:cubicBezTo>
                  <a:cubicBezTo>
                    <a:pt x="22341" y="58477"/>
                    <a:pt x="5196" y="59364"/>
                    <a:pt x="0" y="827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88" name="Google Shape;2788;p51"/>
            <p:cNvSpPr/>
            <p:nvPr/>
          </p:nvSpPr>
          <p:spPr>
            <a:xfrm>
              <a:off x="1423011" y="1143024"/>
              <a:ext cx="258819" cy="239083"/>
            </a:xfrm>
            <a:custGeom>
              <a:avLst/>
              <a:gdLst/>
              <a:ahLst/>
              <a:cxnLst/>
              <a:rect l="l" t="t" r="r" b="b"/>
              <a:pathLst>
                <a:path w="258819" h="239083" extrusionOk="0">
                  <a:moveTo>
                    <a:pt x="173388" y="86792"/>
                  </a:moveTo>
                  <a:cubicBezTo>
                    <a:pt x="215176" y="128413"/>
                    <a:pt x="241080" y="181567"/>
                    <a:pt x="248206" y="239083"/>
                  </a:cubicBezTo>
                  <a:lnTo>
                    <a:pt x="258820" y="239083"/>
                  </a:lnTo>
                  <a:cubicBezTo>
                    <a:pt x="243158" y="108231"/>
                    <a:pt x="134197" y="5914"/>
                    <a:pt x="0" y="0"/>
                  </a:cubicBezTo>
                  <a:cubicBezTo>
                    <a:pt x="371" y="3918"/>
                    <a:pt x="742" y="7467"/>
                    <a:pt x="1188" y="10572"/>
                  </a:cubicBezTo>
                  <a:cubicBezTo>
                    <a:pt x="66208" y="13825"/>
                    <a:pt x="126923" y="40587"/>
                    <a:pt x="173313" y="8679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89" name="Google Shape;2789;p51"/>
            <p:cNvSpPr/>
            <p:nvPr/>
          </p:nvSpPr>
          <p:spPr>
            <a:xfrm>
              <a:off x="1288368" y="1387652"/>
              <a:ext cx="245162" cy="134475"/>
            </a:xfrm>
            <a:custGeom>
              <a:avLst/>
              <a:gdLst/>
              <a:ahLst/>
              <a:cxnLst/>
              <a:rect l="l" t="t" r="r" b="b"/>
              <a:pathLst>
                <a:path w="245162" h="134475" extrusionOk="0">
                  <a:moveTo>
                    <a:pt x="185857" y="64835"/>
                  </a:moveTo>
                  <a:cubicBezTo>
                    <a:pt x="185857" y="57146"/>
                    <a:pt x="191721" y="53228"/>
                    <a:pt x="194838" y="52267"/>
                  </a:cubicBezTo>
                  <a:lnTo>
                    <a:pt x="196620" y="51676"/>
                  </a:lnTo>
                  <a:lnTo>
                    <a:pt x="198476" y="52267"/>
                  </a:lnTo>
                  <a:cubicBezTo>
                    <a:pt x="201741" y="53524"/>
                    <a:pt x="207234" y="57442"/>
                    <a:pt x="207234" y="64835"/>
                  </a:cubicBezTo>
                  <a:lnTo>
                    <a:pt x="207234" y="118507"/>
                  </a:lnTo>
                  <a:lnTo>
                    <a:pt x="185857" y="118507"/>
                  </a:lnTo>
                  <a:lnTo>
                    <a:pt x="185857" y="64835"/>
                  </a:lnTo>
                  <a:close/>
                  <a:moveTo>
                    <a:pt x="148448" y="119024"/>
                  </a:moveTo>
                  <a:lnTo>
                    <a:pt x="96863" y="119024"/>
                  </a:lnTo>
                  <a:lnTo>
                    <a:pt x="96863" y="62100"/>
                  </a:lnTo>
                  <a:cubicBezTo>
                    <a:pt x="96863" y="40513"/>
                    <a:pt x="112747" y="29941"/>
                    <a:pt x="121208" y="27279"/>
                  </a:cubicBezTo>
                  <a:lnTo>
                    <a:pt x="122841" y="26836"/>
                  </a:lnTo>
                  <a:lnTo>
                    <a:pt x="124474" y="27353"/>
                  </a:lnTo>
                  <a:cubicBezTo>
                    <a:pt x="125365" y="27649"/>
                    <a:pt x="148523" y="36447"/>
                    <a:pt x="148523" y="62026"/>
                  </a:cubicBezTo>
                  <a:lnTo>
                    <a:pt x="148523" y="118950"/>
                  </a:lnTo>
                  <a:close/>
                  <a:moveTo>
                    <a:pt x="59305" y="118507"/>
                  </a:moveTo>
                  <a:lnTo>
                    <a:pt x="37929" y="118507"/>
                  </a:lnTo>
                  <a:lnTo>
                    <a:pt x="37929" y="64835"/>
                  </a:lnTo>
                  <a:cubicBezTo>
                    <a:pt x="37929" y="57146"/>
                    <a:pt x="43867" y="53228"/>
                    <a:pt x="46984" y="52267"/>
                  </a:cubicBezTo>
                  <a:lnTo>
                    <a:pt x="48840" y="51676"/>
                  </a:lnTo>
                  <a:lnTo>
                    <a:pt x="50621" y="52267"/>
                  </a:lnTo>
                  <a:cubicBezTo>
                    <a:pt x="53887" y="53524"/>
                    <a:pt x="59379" y="57442"/>
                    <a:pt x="59379" y="64835"/>
                  </a:cubicBezTo>
                  <a:lnTo>
                    <a:pt x="59379" y="118507"/>
                  </a:lnTo>
                  <a:close/>
                  <a:moveTo>
                    <a:pt x="122544" y="0"/>
                  </a:moveTo>
                  <a:lnTo>
                    <a:pt x="83651" y="27132"/>
                  </a:lnTo>
                  <a:lnTo>
                    <a:pt x="0" y="27132"/>
                  </a:lnTo>
                  <a:lnTo>
                    <a:pt x="0" y="134475"/>
                  </a:lnTo>
                  <a:lnTo>
                    <a:pt x="245163" y="134475"/>
                  </a:lnTo>
                  <a:lnTo>
                    <a:pt x="245163" y="27132"/>
                  </a:lnTo>
                  <a:lnTo>
                    <a:pt x="161586" y="27132"/>
                  </a:lnTo>
                  <a:lnTo>
                    <a:pt x="122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90" name="Google Shape;2790;p51"/>
            <p:cNvSpPr/>
            <p:nvPr/>
          </p:nvSpPr>
          <p:spPr>
            <a:xfrm>
              <a:off x="1354947" y="1223532"/>
              <a:ext cx="111930" cy="140537"/>
            </a:xfrm>
            <a:custGeom>
              <a:avLst/>
              <a:gdLst/>
              <a:ahLst/>
              <a:cxnLst/>
              <a:rect l="l" t="t" r="r" b="b"/>
              <a:pathLst>
                <a:path w="111930" h="140537" extrusionOk="0">
                  <a:moveTo>
                    <a:pt x="66876" y="87457"/>
                  </a:moveTo>
                  <a:lnTo>
                    <a:pt x="45128" y="87457"/>
                  </a:lnTo>
                  <a:lnTo>
                    <a:pt x="45128" y="24322"/>
                  </a:lnTo>
                  <a:cubicBezTo>
                    <a:pt x="45128" y="16486"/>
                    <a:pt x="51140" y="12494"/>
                    <a:pt x="54258" y="11533"/>
                  </a:cubicBezTo>
                  <a:lnTo>
                    <a:pt x="56113" y="10941"/>
                  </a:lnTo>
                  <a:lnTo>
                    <a:pt x="57969" y="11533"/>
                  </a:lnTo>
                  <a:cubicBezTo>
                    <a:pt x="61235" y="12790"/>
                    <a:pt x="66876" y="16856"/>
                    <a:pt x="66876" y="24248"/>
                  </a:cubicBezTo>
                  <a:lnTo>
                    <a:pt x="66876" y="87383"/>
                  </a:lnTo>
                  <a:close/>
                  <a:moveTo>
                    <a:pt x="25830" y="90636"/>
                  </a:moveTo>
                  <a:lnTo>
                    <a:pt x="12915" y="95293"/>
                  </a:lnTo>
                  <a:lnTo>
                    <a:pt x="12915" y="32233"/>
                  </a:lnTo>
                  <a:cubicBezTo>
                    <a:pt x="12915" y="19961"/>
                    <a:pt x="19447" y="16486"/>
                    <a:pt x="19447" y="16486"/>
                  </a:cubicBezTo>
                  <a:cubicBezTo>
                    <a:pt x="19447" y="16486"/>
                    <a:pt x="25830" y="20035"/>
                    <a:pt x="25830" y="27575"/>
                  </a:cubicBezTo>
                  <a:lnTo>
                    <a:pt x="25830" y="90636"/>
                  </a:lnTo>
                  <a:close/>
                  <a:moveTo>
                    <a:pt x="86100" y="27575"/>
                  </a:moveTo>
                  <a:cubicBezTo>
                    <a:pt x="86100" y="20108"/>
                    <a:pt x="92483" y="16486"/>
                    <a:pt x="92483" y="16486"/>
                  </a:cubicBezTo>
                  <a:cubicBezTo>
                    <a:pt x="92483" y="16486"/>
                    <a:pt x="99015" y="19961"/>
                    <a:pt x="99015" y="32233"/>
                  </a:cubicBezTo>
                  <a:lnTo>
                    <a:pt x="99015" y="95293"/>
                  </a:lnTo>
                  <a:lnTo>
                    <a:pt x="86100" y="90636"/>
                  </a:lnTo>
                  <a:lnTo>
                    <a:pt x="86100" y="27575"/>
                  </a:lnTo>
                  <a:close/>
                  <a:moveTo>
                    <a:pt x="98644" y="140537"/>
                  </a:moveTo>
                  <a:lnTo>
                    <a:pt x="111930" y="140537"/>
                  </a:lnTo>
                  <a:lnTo>
                    <a:pt x="111930" y="11015"/>
                  </a:lnTo>
                  <a:lnTo>
                    <a:pt x="81572" y="0"/>
                  </a:lnTo>
                  <a:lnTo>
                    <a:pt x="30358" y="0"/>
                  </a:lnTo>
                  <a:lnTo>
                    <a:pt x="0" y="11015"/>
                  </a:lnTo>
                  <a:lnTo>
                    <a:pt x="0" y="140537"/>
                  </a:lnTo>
                  <a:lnTo>
                    <a:pt x="13360" y="140537"/>
                  </a:lnTo>
                  <a:lnTo>
                    <a:pt x="43050" y="119837"/>
                  </a:lnTo>
                  <a:cubicBezTo>
                    <a:pt x="42456" y="118285"/>
                    <a:pt x="42085" y="116585"/>
                    <a:pt x="42085" y="114810"/>
                  </a:cubicBezTo>
                  <a:cubicBezTo>
                    <a:pt x="42085" y="107196"/>
                    <a:pt x="48320" y="100986"/>
                    <a:pt x="55891" y="100986"/>
                  </a:cubicBezTo>
                  <a:cubicBezTo>
                    <a:pt x="63462" y="100986"/>
                    <a:pt x="69696" y="107122"/>
                    <a:pt x="69696" y="114810"/>
                  </a:cubicBezTo>
                  <a:cubicBezTo>
                    <a:pt x="69696" y="116585"/>
                    <a:pt x="69400" y="118285"/>
                    <a:pt x="68732" y="119837"/>
                  </a:cubicBezTo>
                  <a:lnTo>
                    <a:pt x="98496" y="1405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91" name="Google Shape;2791;p51"/>
            <p:cNvSpPr/>
            <p:nvPr/>
          </p:nvSpPr>
          <p:spPr>
            <a:xfrm>
              <a:off x="1138584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90257" y="0"/>
                  </a:moveTo>
                  <a:lnTo>
                    <a:pt x="0" y="0"/>
                  </a:lnTo>
                  <a:cubicBezTo>
                    <a:pt x="1781" y="23583"/>
                    <a:pt x="6532" y="46279"/>
                    <a:pt x="13954" y="67792"/>
                  </a:cubicBezTo>
                  <a:lnTo>
                    <a:pt x="90257" y="67792"/>
                  </a:lnTo>
                  <a:lnTo>
                    <a:pt x="902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92" name="Google Shape;2792;p51"/>
            <p:cNvSpPr/>
            <p:nvPr/>
          </p:nvSpPr>
          <p:spPr>
            <a:xfrm>
              <a:off x="1288368" y="1348322"/>
              <a:ext cx="245162" cy="55002"/>
            </a:xfrm>
            <a:custGeom>
              <a:avLst/>
              <a:gdLst/>
              <a:ahLst/>
              <a:cxnLst/>
              <a:rect l="l" t="t" r="r" b="b"/>
              <a:pathLst>
                <a:path w="245162" h="55002" extrusionOk="0">
                  <a:moveTo>
                    <a:pt x="245163" y="27206"/>
                  </a:moveTo>
                  <a:lnTo>
                    <a:pt x="161586" y="27206"/>
                  </a:lnTo>
                  <a:lnTo>
                    <a:pt x="122544" y="0"/>
                  </a:lnTo>
                  <a:lnTo>
                    <a:pt x="83651" y="27206"/>
                  </a:lnTo>
                  <a:lnTo>
                    <a:pt x="0" y="27206"/>
                  </a:lnTo>
                  <a:lnTo>
                    <a:pt x="0" y="55002"/>
                  </a:lnTo>
                  <a:lnTo>
                    <a:pt x="80014" y="55002"/>
                  </a:lnTo>
                  <a:lnTo>
                    <a:pt x="122544" y="25283"/>
                  </a:lnTo>
                  <a:lnTo>
                    <a:pt x="165223" y="55002"/>
                  </a:lnTo>
                  <a:lnTo>
                    <a:pt x="245163" y="55002"/>
                  </a:lnTo>
                  <a:lnTo>
                    <a:pt x="245163" y="27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93" name="Google Shape;2793;p51"/>
            <p:cNvSpPr/>
            <p:nvPr/>
          </p:nvSpPr>
          <p:spPr>
            <a:xfrm>
              <a:off x="1326965" y="1613798"/>
              <a:ext cx="169379" cy="72819"/>
            </a:xfrm>
            <a:custGeom>
              <a:avLst/>
              <a:gdLst/>
              <a:ahLst/>
              <a:cxnLst/>
              <a:rect l="l" t="t" r="r" b="b"/>
              <a:pathLst>
                <a:path w="169379" h="72819" extrusionOk="0">
                  <a:moveTo>
                    <a:pt x="60938" y="0"/>
                  </a:moveTo>
                  <a:lnTo>
                    <a:pt x="0" y="59734"/>
                  </a:lnTo>
                  <a:cubicBezTo>
                    <a:pt x="26424" y="68236"/>
                    <a:pt x="54555" y="72819"/>
                    <a:pt x="83799" y="72819"/>
                  </a:cubicBezTo>
                  <a:cubicBezTo>
                    <a:pt x="113043" y="72819"/>
                    <a:pt x="142436" y="68014"/>
                    <a:pt x="169380" y="59216"/>
                  </a:cubicBezTo>
                  <a:lnTo>
                    <a:pt x="109035" y="74"/>
                  </a:lnTo>
                  <a:lnTo>
                    <a:pt x="61012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94" name="Google Shape;2794;p51"/>
            <p:cNvSpPr/>
            <p:nvPr/>
          </p:nvSpPr>
          <p:spPr>
            <a:xfrm>
              <a:off x="1452478" y="1613798"/>
              <a:ext cx="144217" cy="54632"/>
            </a:xfrm>
            <a:custGeom>
              <a:avLst/>
              <a:gdLst/>
              <a:ahLst/>
              <a:cxnLst/>
              <a:rect l="l" t="t" r="r" b="b"/>
              <a:pathLst>
                <a:path w="144217" h="54632" extrusionOk="0">
                  <a:moveTo>
                    <a:pt x="56559" y="54633"/>
                  </a:moveTo>
                  <a:cubicBezTo>
                    <a:pt x="89292" y="42065"/>
                    <a:pt x="118981" y="23361"/>
                    <a:pt x="144218" y="0"/>
                  </a:cubicBezTo>
                  <a:lnTo>
                    <a:pt x="0" y="0"/>
                  </a:lnTo>
                  <a:lnTo>
                    <a:pt x="56559" y="546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95" name="Google Shape;2795;p51"/>
            <p:cNvSpPr/>
            <p:nvPr/>
          </p:nvSpPr>
          <p:spPr>
            <a:xfrm>
              <a:off x="1224906" y="1613798"/>
              <a:ext cx="146518" cy="55298"/>
            </a:xfrm>
            <a:custGeom>
              <a:avLst/>
              <a:gdLst/>
              <a:ahLst/>
              <a:cxnLst/>
              <a:rect l="l" t="t" r="r" b="b"/>
              <a:pathLst>
                <a:path w="146518" h="55298" extrusionOk="0">
                  <a:moveTo>
                    <a:pt x="0" y="0"/>
                  </a:moveTo>
                  <a:cubicBezTo>
                    <a:pt x="25682" y="23805"/>
                    <a:pt x="55891" y="42657"/>
                    <a:pt x="89292" y="55298"/>
                  </a:cubicBezTo>
                  <a:lnTo>
                    <a:pt x="1465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96" name="Google Shape;2796;p51"/>
            <p:cNvSpPr/>
            <p:nvPr/>
          </p:nvSpPr>
          <p:spPr>
            <a:xfrm>
              <a:off x="1592761" y="1394749"/>
              <a:ext cx="90998" cy="27501"/>
            </a:xfrm>
            <a:custGeom>
              <a:avLst/>
              <a:gdLst/>
              <a:ahLst/>
              <a:cxnLst/>
              <a:rect l="l" t="t" r="r" b="b"/>
              <a:pathLst>
                <a:path w="90998" h="27501" extrusionOk="0">
                  <a:moveTo>
                    <a:pt x="90331" y="0"/>
                  </a:moveTo>
                  <a:lnTo>
                    <a:pt x="0" y="0"/>
                  </a:lnTo>
                  <a:lnTo>
                    <a:pt x="0" y="27501"/>
                  </a:lnTo>
                  <a:lnTo>
                    <a:pt x="90925" y="27501"/>
                  </a:lnTo>
                  <a:cubicBezTo>
                    <a:pt x="90925" y="24988"/>
                    <a:pt x="90999" y="22474"/>
                    <a:pt x="90999" y="19961"/>
                  </a:cubicBezTo>
                  <a:cubicBezTo>
                    <a:pt x="90999" y="13233"/>
                    <a:pt x="90776" y="6580"/>
                    <a:pt x="9025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97" name="Google Shape;2797;p51"/>
            <p:cNvSpPr/>
            <p:nvPr/>
          </p:nvSpPr>
          <p:spPr>
            <a:xfrm>
              <a:off x="1156917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71923" y="86792"/>
                  </a:moveTo>
                  <a:lnTo>
                    <a:pt x="71923" y="86792"/>
                  </a:lnTo>
                  <a:lnTo>
                    <a:pt x="71923" y="0"/>
                  </a:lnTo>
                  <a:lnTo>
                    <a:pt x="0" y="0"/>
                  </a:lnTo>
                  <a:cubicBezTo>
                    <a:pt x="12989" y="32528"/>
                    <a:pt x="32065" y="62026"/>
                    <a:pt x="55817" y="87013"/>
                  </a:cubicBezTo>
                  <a:lnTo>
                    <a:pt x="71923" y="87013"/>
                  </a:lnTo>
                  <a:lnTo>
                    <a:pt x="71923" y="86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98" name="Google Shape;2798;p51"/>
            <p:cNvSpPr/>
            <p:nvPr/>
          </p:nvSpPr>
          <p:spPr>
            <a:xfrm>
              <a:off x="1592761" y="1435262"/>
              <a:ext cx="90256" cy="67792"/>
            </a:xfrm>
            <a:custGeom>
              <a:avLst/>
              <a:gdLst/>
              <a:ahLst/>
              <a:cxnLst/>
              <a:rect l="l" t="t" r="r" b="b"/>
              <a:pathLst>
                <a:path w="90256" h="67792" extrusionOk="0">
                  <a:moveTo>
                    <a:pt x="0" y="67792"/>
                  </a:moveTo>
                  <a:lnTo>
                    <a:pt x="76302" y="67792"/>
                  </a:lnTo>
                  <a:cubicBezTo>
                    <a:pt x="83725" y="46279"/>
                    <a:pt x="88549" y="23583"/>
                    <a:pt x="90257" y="0"/>
                  </a:cubicBezTo>
                  <a:lnTo>
                    <a:pt x="0" y="0"/>
                  </a:lnTo>
                  <a:lnTo>
                    <a:pt x="0" y="677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799" name="Google Shape;2799;p51"/>
            <p:cNvSpPr/>
            <p:nvPr/>
          </p:nvSpPr>
          <p:spPr>
            <a:xfrm>
              <a:off x="1592761" y="1514808"/>
              <a:ext cx="71923" cy="87013"/>
            </a:xfrm>
            <a:custGeom>
              <a:avLst/>
              <a:gdLst/>
              <a:ahLst/>
              <a:cxnLst/>
              <a:rect l="l" t="t" r="r" b="b"/>
              <a:pathLst>
                <a:path w="71923" h="87013" extrusionOk="0">
                  <a:moveTo>
                    <a:pt x="0" y="87013"/>
                  </a:moveTo>
                  <a:lnTo>
                    <a:pt x="16107" y="87013"/>
                  </a:lnTo>
                  <a:cubicBezTo>
                    <a:pt x="39933" y="62026"/>
                    <a:pt x="59008" y="32602"/>
                    <a:pt x="71923" y="0"/>
                  </a:cubicBezTo>
                  <a:lnTo>
                    <a:pt x="0" y="0"/>
                  </a:lnTo>
                  <a:lnTo>
                    <a:pt x="0" y="870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800" name="Google Shape;2800;p51"/>
            <p:cNvSpPr/>
            <p:nvPr/>
          </p:nvSpPr>
          <p:spPr>
            <a:xfrm>
              <a:off x="144075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801" name="Google Shape;2801;p51"/>
            <p:cNvSpPr/>
            <p:nvPr/>
          </p:nvSpPr>
          <p:spPr>
            <a:xfrm>
              <a:off x="1287700" y="1601674"/>
              <a:ext cx="93448" cy="221"/>
            </a:xfrm>
            <a:custGeom>
              <a:avLst/>
              <a:gdLst/>
              <a:ahLst/>
              <a:cxnLst/>
              <a:rect l="l" t="t" r="r" b="b"/>
              <a:pathLst>
                <a:path w="93448" h="221" extrusionOk="0">
                  <a:moveTo>
                    <a:pt x="0" y="0"/>
                  </a:moveTo>
                  <a:lnTo>
                    <a:pt x="93448" y="0"/>
                  </a:lnTo>
                  <a:lnTo>
                    <a:pt x="93448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802" name="Google Shape;2802;p51"/>
            <p:cNvSpPr/>
            <p:nvPr/>
          </p:nvSpPr>
          <p:spPr>
            <a:xfrm>
              <a:off x="1287700" y="1534030"/>
              <a:ext cx="246498" cy="67644"/>
            </a:xfrm>
            <a:custGeom>
              <a:avLst/>
              <a:gdLst/>
              <a:ahLst/>
              <a:cxnLst/>
              <a:rect l="l" t="t" r="r" b="b"/>
              <a:pathLst>
                <a:path w="246498" h="67644" extrusionOk="0">
                  <a:moveTo>
                    <a:pt x="93448" y="46279"/>
                  </a:moveTo>
                  <a:cubicBezTo>
                    <a:pt x="93448" y="34968"/>
                    <a:pt x="100500" y="24914"/>
                    <a:pt x="111114" y="20922"/>
                  </a:cubicBezTo>
                  <a:lnTo>
                    <a:pt x="113934" y="19887"/>
                  </a:lnTo>
                  <a:cubicBezTo>
                    <a:pt x="120021" y="17595"/>
                    <a:pt x="126775" y="17595"/>
                    <a:pt x="132936" y="19887"/>
                  </a:cubicBezTo>
                  <a:lnTo>
                    <a:pt x="135533" y="20848"/>
                  </a:lnTo>
                  <a:cubicBezTo>
                    <a:pt x="146073" y="24840"/>
                    <a:pt x="153050" y="34968"/>
                    <a:pt x="153050" y="46205"/>
                  </a:cubicBezTo>
                  <a:lnTo>
                    <a:pt x="153050" y="67644"/>
                  </a:lnTo>
                  <a:lnTo>
                    <a:pt x="246499" y="67644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67644"/>
                  </a:lnTo>
                  <a:lnTo>
                    <a:pt x="93448" y="67644"/>
                  </a:lnTo>
                  <a:lnTo>
                    <a:pt x="93448" y="462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803" name="Google Shape;2803;p51"/>
            <p:cNvSpPr/>
            <p:nvPr/>
          </p:nvSpPr>
          <p:spPr>
            <a:xfrm>
              <a:off x="1242052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22267" y="0"/>
                  </a:move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lnTo>
                    <a:pt x="22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804" name="Google Shape;2804;p51"/>
            <p:cNvSpPr/>
            <p:nvPr/>
          </p:nvSpPr>
          <p:spPr>
            <a:xfrm>
              <a:off x="1546371" y="1331615"/>
              <a:ext cx="33252" cy="269985"/>
            </a:xfrm>
            <a:custGeom>
              <a:avLst/>
              <a:gdLst/>
              <a:ahLst/>
              <a:cxnLst/>
              <a:rect l="l" t="t" r="r" b="b"/>
              <a:pathLst>
                <a:path w="33252" h="269985" extrusionOk="0">
                  <a:moveTo>
                    <a:pt x="33252" y="0"/>
                  </a:moveTo>
                  <a:lnTo>
                    <a:pt x="22267" y="0"/>
                  </a:lnTo>
                  <a:lnTo>
                    <a:pt x="22267" y="22548"/>
                  </a:lnTo>
                  <a:lnTo>
                    <a:pt x="10985" y="22548"/>
                  </a:lnTo>
                  <a:lnTo>
                    <a:pt x="10985" y="0"/>
                  </a:lnTo>
                  <a:lnTo>
                    <a:pt x="0" y="0"/>
                  </a:lnTo>
                  <a:lnTo>
                    <a:pt x="0" y="269985"/>
                  </a:lnTo>
                  <a:lnTo>
                    <a:pt x="33252" y="269985"/>
                  </a:lnTo>
                  <a:lnTo>
                    <a:pt x="332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805" name="Google Shape;2805;p51"/>
            <p:cNvSpPr/>
            <p:nvPr/>
          </p:nvSpPr>
          <p:spPr>
            <a:xfrm>
              <a:off x="1548895" y="1249776"/>
              <a:ext cx="32139" cy="48348"/>
            </a:xfrm>
            <a:custGeom>
              <a:avLst/>
              <a:gdLst/>
              <a:ahLst/>
              <a:cxnLst/>
              <a:rect l="l" t="t" r="r" b="b"/>
              <a:pathLst>
                <a:path w="32139" h="48348" extrusionOk="0">
                  <a:moveTo>
                    <a:pt x="29987" y="23953"/>
                  </a:moveTo>
                  <a:cubicBezTo>
                    <a:pt x="28651" y="21587"/>
                    <a:pt x="26869" y="19665"/>
                    <a:pt x="24568" y="18334"/>
                  </a:cubicBezTo>
                  <a:cubicBezTo>
                    <a:pt x="22267" y="16930"/>
                    <a:pt x="19669" y="16264"/>
                    <a:pt x="16775" y="16264"/>
                  </a:cubicBezTo>
                  <a:cubicBezTo>
                    <a:pt x="14993" y="16264"/>
                    <a:pt x="13360" y="16560"/>
                    <a:pt x="11802" y="17151"/>
                  </a:cubicBezTo>
                  <a:cubicBezTo>
                    <a:pt x="10243" y="17743"/>
                    <a:pt x="8981" y="18482"/>
                    <a:pt x="8090" y="19443"/>
                  </a:cubicBezTo>
                  <a:lnTo>
                    <a:pt x="7794" y="19443"/>
                  </a:lnTo>
                  <a:lnTo>
                    <a:pt x="9352" y="6136"/>
                  </a:lnTo>
                  <a:lnTo>
                    <a:pt x="29690" y="6136"/>
                  </a:lnTo>
                  <a:lnTo>
                    <a:pt x="29690" y="0"/>
                  </a:lnTo>
                  <a:lnTo>
                    <a:pt x="3414" y="0"/>
                  </a:lnTo>
                  <a:lnTo>
                    <a:pt x="742" y="24027"/>
                  </a:lnTo>
                  <a:lnTo>
                    <a:pt x="7348" y="24988"/>
                  </a:lnTo>
                  <a:cubicBezTo>
                    <a:pt x="8239" y="24174"/>
                    <a:pt x="9426" y="23509"/>
                    <a:pt x="10911" y="23066"/>
                  </a:cubicBezTo>
                  <a:cubicBezTo>
                    <a:pt x="12395" y="22548"/>
                    <a:pt x="13806" y="22326"/>
                    <a:pt x="15290" y="22326"/>
                  </a:cubicBezTo>
                  <a:cubicBezTo>
                    <a:pt x="17220" y="22326"/>
                    <a:pt x="18853" y="22770"/>
                    <a:pt x="20337" y="23657"/>
                  </a:cubicBezTo>
                  <a:cubicBezTo>
                    <a:pt x="21822" y="24544"/>
                    <a:pt x="22935" y="25727"/>
                    <a:pt x="23826" y="27279"/>
                  </a:cubicBezTo>
                  <a:cubicBezTo>
                    <a:pt x="24642" y="28832"/>
                    <a:pt x="25088" y="30532"/>
                    <a:pt x="25088" y="32454"/>
                  </a:cubicBezTo>
                  <a:cubicBezTo>
                    <a:pt x="25088" y="34377"/>
                    <a:pt x="24717" y="36077"/>
                    <a:pt x="23900" y="37555"/>
                  </a:cubicBezTo>
                  <a:cubicBezTo>
                    <a:pt x="23084" y="39034"/>
                    <a:pt x="21970" y="40217"/>
                    <a:pt x="20560" y="41030"/>
                  </a:cubicBezTo>
                  <a:cubicBezTo>
                    <a:pt x="19150" y="41843"/>
                    <a:pt x="17517" y="42287"/>
                    <a:pt x="15661" y="42287"/>
                  </a:cubicBezTo>
                  <a:cubicBezTo>
                    <a:pt x="13360" y="42287"/>
                    <a:pt x="11356" y="41622"/>
                    <a:pt x="9723" y="40291"/>
                  </a:cubicBezTo>
                  <a:cubicBezTo>
                    <a:pt x="8090" y="38960"/>
                    <a:pt x="7126" y="37260"/>
                    <a:pt x="6977" y="35264"/>
                  </a:cubicBezTo>
                  <a:lnTo>
                    <a:pt x="0" y="35264"/>
                  </a:lnTo>
                  <a:cubicBezTo>
                    <a:pt x="74" y="37777"/>
                    <a:pt x="816" y="40069"/>
                    <a:pt x="2227" y="41991"/>
                  </a:cubicBezTo>
                  <a:cubicBezTo>
                    <a:pt x="3637" y="43987"/>
                    <a:pt x="5493" y="45540"/>
                    <a:pt x="7794" y="46649"/>
                  </a:cubicBezTo>
                  <a:cubicBezTo>
                    <a:pt x="10094" y="47758"/>
                    <a:pt x="12767" y="48349"/>
                    <a:pt x="15661" y="48349"/>
                  </a:cubicBezTo>
                  <a:cubicBezTo>
                    <a:pt x="18853" y="48349"/>
                    <a:pt x="21673" y="47684"/>
                    <a:pt x="24197" y="46279"/>
                  </a:cubicBezTo>
                  <a:cubicBezTo>
                    <a:pt x="26721" y="44874"/>
                    <a:pt x="28651" y="42952"/>
                    <a:pt x="30061" y="40587"/>
                  </a:cubicBezTo>
                  <a:cubicBezTo>
                    <a:pt x="31471" y="38147"/>
                    <a:pt x="32139" y="35412"/>
                    <a:pt x="32139" y="32307"/>
                  </a:cubicBezTo>
                  <a:cubicBezTo>
                    <a:pt x="32139" y="29202"/>
                    <a:pt x="31471" y="26466"/>
                    <a:pt x="30209" y="2410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806" name="Google Shape;2806;p51"/>
            <p:cNvSpPr/>
            <p:nvPr/>
          </p:nvSpPr>
          <p:spPr>
            <a:xfrm>
              <a:off x="1504583" y="1249702"/>
              <a:ext cx="35924" cy="47683"/>
            </a:xfrm>
            <a:custGeom>
              <a:avLst/>
              <a:gdLst/>
              <a:ahLst/>
              <a:cxnLst/>
              <a:rect l="l" t="t" r="r" b="b"/>
              <a:pathLst>
                <a:path w="35924" h="47683" extrusionOk="0">
                  <a:moveTo>
                    <a:pt x="22713" y="32233"/>
                  </a:moveTo>
                  <a:lnTo>
                    <a:pt x="7571" y="32233"/>
                  </a:lnTo>
                  <a:lnTo>
                    <a:pt x="7571" y="31863"/>
                  </a:lnTo>
                  <a:lnTo>
                    <a:pt x="22341" y="8576"/>
                  </a:lnTo>
                  <a:lnTo>
                    <a:pt x="22713" y="8576"/>
                  </a:lnTo>
                  <a:lnTo>
                    <a:pt x="22713" y="32233"/>
                  </a:lnTo>
                  <a:close/>
                  <a:moveTo>
                    <a:pt x="29541" y="0"/>
                  </a:moveTo>
                  <a:lnTo>
                    <a:pt x="20634" y="0"/>
                  </a:lnTo>
                  <a:lnTo>
                    <a:pt x="0" y="32528"/>
                  </a:lnTo>
                  <a:lnTo>
                    <a:pt x="0" y="38369"/>
                  </a:lnTo>
                  <a:lnTo>
                    <a:pt x="22713" y="38369"/>
                  </a:lnTo>
                  <a:lnTo>
                    <a:pt x="22713" y="47684"/>
                  </a:lnTo>
                  <a:lnTo>
                    <a:pt x="29615" y="47684"/>
                  </a:lnTo>
                  <a:lnTo>
                    <a:pt x="29615" y="38369"/>
                  </a:lnTo>
                  <a:lnTo>
                    <a:pt x="35924" y="38369"/>
                  </a:lnTo>
                  <a:lnTo>
                    <a:pt x="35924" y="32307"/>
                  </a:lnTo>
                  <a:lnTo>
                    <a:pt x="29615" y="32307"/>
                  </a:lnTo>
                  <a:lnTo>
                    <a:pt x="29615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807" name="Google Shape;2807;p51"/>
            <p:cNvSpPr/>
            <p:nvPr/>
          </p:nvSpPr>
          <p:spPr>
            <a:xfrm>
              <a:off x="1274488" y="1248741"/>
              <a:ext cx="34440" cy="49531"/>
            </a:xfrm>
            <a:custGeom>
              <a:avLst/>
              <a:gdLst/>
              <a:ahLst/>
              <a:cxnLst/>
              <a:rect l="l" t="t" r="r" b="b"/>
              <a:pathLst>
                <a:path w="34440" h="49531" extrusionOk="0">
                  <a:moveTo>
                    <a:pt x="25978" y="39847"/>
                  </a:moveTo>
                  <a:cubicBezTo>
                    <a:pt x="25162" y="41030"/>
                    <a:pt x="24049" y="41991"/>
                    <a:pt x="22564" y="42657"/>
                  </a:cubicBezTo>
                  <a:cubicBezTo>
                    <a:pt x="21080" y="43322"/>
                    <a:pt x="19373" y="43692"/>
                    <a:pt x="17368" y="43692"/>
                  </a:cubicBezTo>
                  <a:cubicBezTo>
                    <a:pt x="15364" y="43692"/>
                    <a:pt x="13583" y="43396"/>
                    <a:pt x="12099" y="42657"/>
                  </a:cubicBezTo>
                  <a:cubicBezTo>
                    <a:pt x="10614" y="41991"/>
                    <a:pt x="9501" y="41030"/>
                    <a:pt x="8684" y="39847"/>
                  </a:cubicBezTo>
                  <a:cubicBezTo>
                    <a:pt x="7868" y="38664"/>
                    <a:pt x="7497" y="37260"/>
                    <a:pt x="7497" y="35633"/>
                  </a:cubicBezTo>
                  <a:cubicBezTo>
                    <a:pt x="7497" y="33933"/>
                    <a:pt x="7942" y="32454"/>
                    <a:pt x="8758" y="31198"/>
                  </a:cubicBezTo>
                  <a:cubicBezTo>
                    <a:pt x="9575" y="29941"/>
                    <a:pt x="10762" y="28906"/>
                    <a:pt x="12247" y="28167"/>
                  </a:cubicBezTo>
                  <a:cubicBezTo>
                    <a:pt x="13731" y="27427"/>
                    <a:pt x="15439" y="27058"/>
                    <a:pt x="17294" y="27058"/>
                  </a:cubicBezTo>
                  <a:cubicBezTo>
                    <a:pt x="19150" y="27058"/>
                    <a:pt x="20857" y="27427"/>
                    <a:pt x="22341" y="28167"/>
                  </a:cubicBezTo>
                  <a:cubicBezTo>
                    <a:pt x="23826" y="28906"/>
                    <a:pt x="24939" y="29941"/>
                    <a:pt x="25830" y="31198"/>
                  </a:cubicBezTo>
                  <a:cubicBezTo>
                    <a:pt x="26721" y="32454"/>
                    <a:pt x="27092" y="33933"/>
                    <a:pt x="27166" y="35633"/>
                  </a:cubicBezTo>
                  <a:cubicBezTo>
                    <a:pt x="27166" y="37260"/>
                    <a:pt x="26721" y="38664"/>
                    <a:pt x="25904" y="39847"/>
                  </a:cubicBezTo>
                  <a:moveTo>
                    <a:pt x="8981" y="13529"/>
                  </a:moveTo>
                  <a:cubicBezTo>
                    <a:pt x="8981" y="12050"/>
                    <a:pt x="9278" y="10720"/>
                    <a:pt x="10020" y="9611"/>
                  </a:cubicBezTo>
                  <a:cubicBezTo>
                    <a:pt x="10688" y="8502"/>
                    <a:pt x="11653" y="7615"/>
                    <a:pt x="12915" y="7023"/>
                  </a:cubicBezTo>
                  <a:cubicBezTo>
                    <a:pt x="14177" y="6432"/>
                    <a:pt x="15661" y="6062"/>
                    <a:pt x="17294" y="6062"/>
                  </a:cubicBezTo>
                  <a:cubicBezTo>
                    <a:pt x="18927" y="6062"/>
                    <a:pt x="20412" y="6358"/>
                    <a:pt x="21599" y="7023"/>
                  </a:cubicBezTo>
                  <a:cubicBezTo>
                    <a:pt x="22861" y="7615"/>
                    <a:pt x="23826" y="8502"/>
                    <a:pt x="24494" y="9611"/>
                  </a:cubicBezTo>
                  <a:cubicBezTo>
                    <a:pt x="25162" y="10720"/>
                    <a:pt x="25533" y="12050"/>
                    <a:pt x="25533" y="13529"/>
                  </a:cubicBezTo>
                  <a:cubicBezTo>
                    <a:pt x="25533" y="15081"/>
                    <a:pt x="25162" y="16412"/>
                    <a:pt x="24420" y="17521"/>
                  </a:cubicBezTo>
                  <a:cubicBezTo>
                    <a:pt x="23678" y="18630"/>
                    <a:pt x="22713" y="19591"/>
                    <a:pt x="21451" y="20182"/>
                  </a:cubicBezTo>
                  <a:cubicBezTo>
                    <a:pt x="20189" y="20848"/>
                    <a:pt x="18779" y="21143"/>
                    <a:pt x="17146" y="21143"/>
                  </a:cubicBezTo>
                  <a:cubicBezTo>
                    <a:pt x="15513" y="21143"/>
                    <a:pt x="14028" y="20848"/>
                    <a:pt x="12841" y="20182"/>
                  </a:cubicBezTo>
                  <a:cubicBezTo>
                    <a:pt x="11579" y="19517"/>
                    <a:pt x="10614" y="18630"/>
                    <a:pt x="9872" y="17521"/>
                  </a:cubicBezTo>
                  <a:cubicBezTo>
                    <a:pt x="9130" y="16412"/>
                    <a:pt x="8833" y="15007"/>
                    <a:pt x="8833" y="13529"/>
                  </a:cubicBezTo>
                  <a:moveTo>
                    <a:pt x="29541" y="26097"/>
                  </a:moveTo>
                  <a:cubicBezTo>
                    <a:pt x="28057" y="24914"/>
                    <a:pt x="26424" y="24248"/>
                    <a:pt x="24642" y="23879"/>
                  </a:cubicBezTo>
                  <a:lnTo>
                    <a:pt x="24642" y="23583"/>
                  </a:lnTo>
                  <a:cubicBezTo>
                    <a:pt x="27018" y="22992"/>
                    <a:pt x="28873" y="21735"/>
                    <a:pt x="30358" y="19739"/>
                  </a:cubicBezTo>
                  <a:cubicBezTo>
                    <a:pt x="31842" y="17743"/>
                    <a:pt x="32584" y="15451"/>
                    <a:pt x="32584" y="12864"/>
                  </a:cubicBezTo>
                  <a:cubicBezTo>
                    <a:pt x="32584" y="10424"/>
                    <a:pt x="31916" y="8206"/>
                    <a:pt x="30580" y="6284"/>
                  </a:cubicBezTo>
                  <a:cubicBezTo>
                    <a:pt x="29244" y="4362"/>
                    <a:pt x="27389" y="2809"/>
                    <a:pt x="25088" y="1700"/>
                  </a:cubicBezTo>
                  <a:cubicBezTo>
                    <a:pt x="22787" y="591"/>
                    <a:pt x="20115" y="0"/>
                    <a:pt x="17220" y="0"/>
                  </a:cubicBezTo>
                  <a:cubicBezTo>
                    <a:pt x="14325" y="0"/>
                    <a:pt x="11579" y="517"/>
                    <a:pt x="9278" y="1700"/>
                  </a:cubicBezTo>
                  <a:cubicBezTo>
                    <a:pt x="6977" y="2809"/>
                    <a:pt x="5121" y="4362"/>
                    <a:pt x="3785" y="6284"/>
                  </a:cubicBezTo>
                  <a:cubicBezTo>
                    <a:pt x="2449" y="8206"/>
                    <a:pt x="1781" y="10424"/>
                    <a:pt x="1781" y="12864"/>
                  </a:cubicBezTo>
                  <a:cubicBezTo>
                    <a:pt x="1781" y="15451"/>
                    <a:pt x="2449" y="17743"/>
                    <a:pt x="3934" y="19739"/>
                  </a:cubicBezTo>
                  <a:cubicBezTo>
                    <a:pt x="5344" y="21735"/>
                    <a:pt x="7274" y="22992"/>
                    <a:pt x="9723" y="23583"/>
                  </a:cubicBezTo>
                  <a:lnTo>
                    <a:pt x="9723" y="23879"/>
                  </a:lnTo>
                  <a:cubicBezTo>
                    <a:pt x="7868" y="24174"/>
                    <a:pt x="6235" y="24914"/>
                    <a:pt x="4750" y="26097"/>
                  </a:cubicBezTo>
                  <a:cubicBezTo>
                    <a:pt x="3266" y="27279"/>
                    <a:pt x="2078" y="28684"/>
                    <a:pt x="1262" y="30384"/>
                  </a:cubicBezTo>
                  <a:cubicBezTo>
                    <a:pt x="371" y="32085"/>
                    <a:pt x="0" y="34007"/>
                    <a:pt x="0" y="36003"/>
                  </a:cubicBezTo>
                  <a:cubicBezTo>
                    <a:pt x="0" y="38590"/>
                    <a:pt x="742" y="40956"/>
                    <a:pt x="2152" y="42952"/>
                  </a:cubicBezTo>
                  <a:cubicBezTo>
                    <a:pt x="3637" y="45022"/>
                    <a:pt x="5641" y="46575"/>
                    <a:pt x="8239" y="47758"/>
                  </a:cubicBezTo>
                  <a:cubicBezTo>
                    <a:pt x="10837" y="48940"/>
                    <a:pt x="13806" y="49532"/>
                    <a:pt x="17220" y="49532"/>
                  </a:cubicBezTo>
                  <a:cubicBezTo>
                    <a:pt x="20634" y="49532"/>
                    <a:pt x="23529" y="48940"/>
                    <a:pt x="26127" y="47758"/>
                  </a:cubicBezTo>
                  <a:cubicBezTo>
                    <a:pt x="28725" y="46575"/>
                    <a:pt x="30729" y="45022"/>
                    <a:pt x="32213" y="42952"/>
                  </a:cubicBezTo>
                  <a:cubicBezTo>
                    <a:pt x="33698" y="40882"/>
                    <a:pt x="34440" y="38590"/>
                    <a:pt x="34440" y="36003"/>
                  </a:cubicBezTo>
                  <a:cubicBezTo>
                    <a:pt x="34440" y="33933"/>
                    <a:pt x="33995" y="32085"/>
                    <a:pt x="33104" y="30384"/>
                  </a:cubicBezTo>
                  <a:cubicBezTo>
                    <a:pt x="32213" y="28684"/>
                    <a:pt x="31100" y="27206"/>
                    <a:pt x="29615" y="260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  <p:sp>
          <p:nvSpPr>
            <p:cNvPr id="2808" name="Google Shape;2808;p51"/>
            <p:cNvSpPr/>
            <p:nvPr/>
          </p:nvSpPr>
          <p:spPr>
            <a:xfrm>
              <a:off x="1240716" y="1249554"/>
              <a:ext cx="19149" cy="48127"/>
            </a:xfrm>
            <a:custGeom>
              <a:avLst/>
              <a:gdLst/>
              <a:ahLst/>
              <a:cxnLst/>
              <a:rect l="l" t="t" r="r" b="b"/>
              <a:pathLst>
                <a:path w="19149" h="48127" extrusionOk="0">
                  <a:moveTo>
                    <a:pt x="0" y="7836"/>
                  </a:moveTo>
                  <a:lnTo>
                    <a:pt x="0" y="14786"/>
                  </a:lnTo>
                  <a:lnTo>
                    <a:pt x="11579" y="7245"/>
                  </a:lnTo>
                  <a:lnTo>
                    <a:pt x="11876" y="7245"/>
                  </a:lnTo>
                  <a:lnTo>
                    <a:pt x="11876" y="48127"/>
                  </a:lnTo>
                  <a:lnTo>
                    <a:pt x="19150" y="48127"/>
                  </a:lnTo>
                  <a:lnTo>
                    <a:pt x="19150" y="0"/>
                  </a:lnTo>
                  <a:lnTo>
                    <a:pt x="12099" y="0"/>
                  </a:lnTo>
                  <a:lnTo>
                    <a:pt x="0" y="78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55450" tIns="27725" rIns="55450" bIns="27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 1" type="obj">
  <p:cSld name="OBJECT">
    <p:spTree>
      <p:nvGrpSpPr>
        <p:cNvPr id="1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p52"/>
          <p:cNvSpPr/>
          <p:nvPr/>
        </p:nvSpPr>
        <p:spPr>
          <a:xfrm>
            <a:off x="2887677" y="5972158"/>
            <a:ext cx="674128" cy="620798"/>
          </a:xfrm>
          <a:custGeom>
            <a:avLst/>
            <a:gdLst/>
            <a:ahLst/>
            <a:cxnLst/>
            <a:rect l="l" t="t" r="r" b="b"/>
            <a:pathLst>
              <a:path w="1426725" h="6897756" extrusionOk="0">
                <a:moveTo>
                  <a:pt x="0" y="0"/>
                </a:moveTo>
                <a:lnTo>
                  <a:pt x="435484" y="0"/>
                </a:lnTo>
                <a:lnTo>
                  <a:pt x="1426725" y="6897756"/>
                </a:lnTo>
                <a:lnTo>
                  <a:pt x="998924" y="6890072"/>
                </a:lnTo>
                <a:lnTo>
                  <a:pt x="0" y="0"/>
                </a:lnTo>
                <a:close/>
              </a:path>
            </a:pathLst>
          </a:custGeom>
          <a:solidFill>
            <a:srgbClr val="D9C4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11" name="Google Shape;2811;p52"/>
          <p:cNvSpPr/>
          <p:nvPr/>
        </p:nvSpPr>
        <p:spPr>
          <a:xfrm>
            <a:off x="-8074" y="5972159"/>
            <a:ext cx="3371092" cy="660616"/>
          </a:xfrm>
          <a:custGeom>
            <a:avLst/>
            <a:gdLst/>
            <a:ahLst/>
            <a:cxnLst/>
            <a:rect l="l" t="t" r="r" b="b"/>
            <a:pathLst>
              <a:path w="7134587" h="7340175" extrusionOk="0">
                <a:moveTo>
                  <a:pt x="4802" y="198195"/>
                </a:moveTo>
                <a:lnTo>
                  <a:pt x="6143346" y="0"/>
                </a:lnTo>
                <a:lnTo>
                  <a:pt x="7134587" y="6897756"/>
                </a:lnTo>
                <a:lnTo>
                  <a:pt x="493" y="7340175"/>
                </a:lnTo>
                <a:cubicBezTo>
                  <a:pt x="-2266" y="5025580"/>
                  <a:pt x="7561" y="2512790"/>
                  <a:pt x="4802" y="198195"/>
                </a:cubicBezTo>
                <a:close/>
              </a:path>
            </a:pathLst>
          </a:custGeom>
          <a:solidFill>
            <a:srgbClr val="7511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12" name="Google Shape;2812;p52"/>
          <p:cNvSpPr/>
          <p:nvPr/>
        </p:nvSpPr>
        <p:spPr>
          <a:xfrm rot="10800000">
            <a:off x="3187071" y="5956678"/>
            <a:ext cx="9038769" cy="620799"/>
          </a:xfrm>
          <a:custGeom>
            <a:avLst/>
            <a:gdLst/>
            <a:ahLst/>
            <a:cxnLst/>
            <a:rect l="l" t="t" r="r" b="b"/>
            <a:pathLst>
              <a:path w="19129670" h="6897768" extrusionOk="0">
                <a:moveTo>
                  <a:pt x="23" y="0"/>
                </a:moveTo>
                <a:lnTo>
                  <a:pt x="18138429" y="12"/>
                </a:lnTo>
                <a:lnTo>
                  <a:pt x="19129670" y="6897768"/>
                </a:lnTo>
                <a:lnTo>
                  <a:pt x="58804" y="6587497"/>
                </a:lnTo>
                <a:cubicBezTo>
                  <a:pt x="60183" y="4303588"/>
                  <a:pt x="-1356" y="2283909"/>
                  <a:pt x="23" y="0"/>
                </a:cubicBez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813" name="Google Shape;281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1345" y="6100829"/>
            <a:ext cx="1229499" cy="379534"/>
          </a:xfrm>
          <a:prstGeom prst="rect">
            <a:avLst/>
          </a:prstGeom>
          <a:noFill/>
          <a:ln>
            <a:noFill/>
          </a:ln>
        </p:spPr>
      </p:pic>
      <p:sp>
        <p:nvSpPr>
          <p:cNvPr id="2814" name="Google Shape;2814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114A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5" name="Google Shape;2815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816" name="Google Shape;2816;p52"/>
          <p:cNvSpPr txBox="1">
            <a:spLocks noGrp="1"/>
          </p:cNvSpPr>
          <p:nvPr>
            <p:ph type="ftr" idx="11"/>
          </p:nvPr>
        </p:nvSpPr>
        <p:spPr>
          <a:xfrm>
            <a:off x="7239000" y="61134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817" name="Google Shape;2817;p52"/>
          <p:cNvSpPr txBox="1">
            <a:spLocks noGrp="1"/>
          </p:cNvSpPr>
          <p:nvPr>
            <p:ph type="dt" idx="10"/>
          </p:nvPr>
        </p:nvSpPr>
        <p:spPr>
          <a:xfrm>
            <a:off x="3789598" y="6094049"/>
            <a:ext cx="1089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9" name="Google Shape;2819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344" y="-99182"/>
            <a:ext cx="12209343" cy="6957182"/>
          </a:xfrm>
          <a:prstGeom prst="rect">
            <a:avLst/>
          </a:prstGeom>
          <a:noFill/>
          <a:ln>
            <a:noFill/>
          </a:ln>
        </p:spPr>
      </p:pic>
      <p:sp>
        <p:nvSpPr>
          <p:cNvPr id="2820" name="Google Shape;2820;p53"/>
          <p:cNvSpPr/>
          <p:nvPr/>
        </p:nvSpPr>
        <p:spPr>
          <a:xfrm>
            <a:off x="441346" y="386807"/>
            <a:ext cx="4506300" cy="4724100"/>
          </a:xfrm>
          <a:prstGeom prst="rect">
            <a:avLst/>
          </a:prstGeom>
          <a:solidFill>
            <a:srgbClr val="75114A">
              <a:alpha val="6824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21" name="Google Shape;2821;p53"/>
          <p:cNvSpPr/>
          <p:nvPr/>
        </p:nvSpPr>
        <p:spPr>
          <a:xfrm>
            <a:off x="2887677" y="5972158"/>
            <a:ext cx="674128" cy="620798"/>
          </a:xfrm>
          <a:custGeom>
            <a:avLst/>
            <a:gdLst/>
            <a:ahLst/>
            <a:cxnLst/>
            <a:rect l="l" t="t" r="r" b="b"/>
            <a:pathLst>
              <a:path w="1426725" h="6897756" extrusionOk="0">
                <a:moveTo>
                  <a:pt x="0" y="0"/>
                </a:moveTo>
                <a:lnTo>
                  <a:pt x="435484" y="0"/>
                </a:lnTo>
                <a:lnTo>
                  <a:pt x="1426725" y="6897756"/>
                </a:lnTo>
                <a:lnTo>
                  <a:pt x="998924" y="6890072"/>
                </a:lnTo>
                <a:lnTo>
                  <a:pt x="0" y="0"/>
                </a:lnTo>
                <a:close/>
              </a:path>
            </a:pathLst>
          </a:custGeom>
          <a:solidFill>
            <a:srgbClr val="D9C4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22" name="Google Shape;2822;p53"/>
          <p:cNvSpPr/>
          <p:nvPr/>
        </p:nvSpPr>
        <p:spPr>
          <a:xfrm>
            <a:off x="-8074" y="5972159"/>
            <a:ext cx="3371092" cy="660616"/>
          </a:xfrm>
          <a:custGeom>
            <a:avLst/>
            <a:gdLst/>
            <a:ahLst/>
            <a:cxnLst/>
            <a:rect l="l" t="t" r="r" b="b"/>
            <a:pathLst>
              <a:path w="7134587" h="7340175" extrusionOk="0">
                <a:moveTo>
                  <a:pt x="4802" y="198195"/>
                </a:moveTo>
                <a:lnTo>
                  <a:pt x="6143346" y="0"/>
                </a:lnTo>
                <a:lnTo>
                  <a:pt x="7134587" y="6897756"/>
                </a:lnTo>
                <a:lnTo>
                  <a:pt x="493" y="7340175"/>
                </a:lnTo>
                <a:cubicBezTo>
                  <a:pt x="-2266" y="5025580"/>
                  <a:pt x="7561" y="2512790"/>
                  <a:pt x="4802" y="198195"/>
                </a:cubicBezTo>
                <a:close/>
              </a:path>
            </a:pathLst>
          </a:custGeom>
          <a:solidFill>
            <a:srgbClr val="7511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23" name="Google Shape;2823;p53"/>
          <p:cNvSpPr/>
          <p:nvPr/>
        </p:nvSpPr>
        <p:spPr>
          <a:xfrm rot="10800000">
            <a:off x="3187071" y="5956678"/>
            <a:ext cx="9038769" cy="620799"/>
          </a:xfrm>
          <a:custGeom>
            <a:avLst/>
            <a:gdLst/>
            <a:ahLst/>
            <a:cxnLst/>
            <a:rect l="l" t="t" r="r" b="b"/>
            <a:pathLst>
              <a:path w="19129670" h="6897768" extrusionOk="0">
                <a:moveTo>
                  <a:pt x="23" y="0"/>
                </a:moveTo>
                <a:lnTo>
                  <a:pt x="18138429" y="12"/>
                </a:lnTo>
                <a:lnTo>
                  <a:pt x="19129670" y="6897768"/>
                </a:lnTo>
                <a:lnTo>
                  <a:pt x="58804" y="6587497"/>
                </a:lnTo>
                <a:cubicBezTo>
                  <a:pt x="60183" y="4303588"/>
                  <a:pt x="-1356" y="2283909"/>
                  <a:pt x="23" y="0"/>
                </a:cubicBezTo>
                <a:close/>
              </a:path>
            </a:pathLst>
          </a:custGeom>
          <a:solidFill>
            <a:srgbClr val="D8D8D8">
              <a:alpha val="6039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824" name="Google Shape;2824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345" y="6100829"/>
            <a:ext cx="1229499" cy="379534"/>
          </a:xfrm>
          <a:prstGeom prst="rect">
            <a:avLst/>
          </a:prstGeom>
          <a:noFill/>
          <a:ln>
            <a:noFill/>
          </a:ln>
        </p:spPr>
      </p:pic>
      <p:sp>
        <p:nvSpPr>
          <p:cNvPr id="2825" name="Google Shape;2825;p53"/>
          <p:cNvSpPr txBox="1">
            <a:spLocks noGrp="1"/>
          </p:cNvSpPr>
          <p:nvPr>
            <p:ph type="ctrTitle"/>
          </p:nvPr>
        </p:nvSpPr>
        <p:spPr>
          <a:xfrm>
            <a:off x="720934" y="434781"/>
            <a:ext cx="4048800" cy="20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  <a:defRPr sz="6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6" name="Google Shape;2826;p53"/>
          <p:cNvSpPr txBox="1">
            <a:spLocks noGrp="1"/>
          </p:cNvSpPr>
          <p:nvPr>
            <p:ph type="subTitle" idx="1"/>
          </p:nvPr>
        </p:nvSpPr>
        <p:spPr>
          <a:xfrm>
            <a:off x="720934" y="2838917"/>
            <a:ext cx="4048800" cy="19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827" name="Google Shape;2827;p53"/>
          <p:cNvSpPr txBox="1">
            <a:spLocks noGrp="1"/>
          </p:cNvSpPr>
          <p:nvPr>
            <p:ph type="dt" idx="10"/>
          </p:nvPr>
        </p:nvSpPr>
        <p:spPr>
          <a:xfrm>
            <a:off x="3670465" y="611855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828" name="Google Shape;2828;p53"/>
          <p:cNvSpPr txBox="1">
            <a:spLocks noGrp="1"/>
          </p:cNvSpPr>
          <p:nvPr>
            <p:ph type="ftr" idx="11"/>
          </p:nvPr>
        </p:nvSpPr>
        <p:spPr>
          <a:xfrm>
            <a:off x="7771263" y="6118554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2829" name="Google Shape;2829;p53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</a:defRPr>
            </a:lvl1pPr>
            <a:lvl2pPr lvl="1" rtl="0">
              <a:buNone/>
              <a:defRPr sz="1300">
                <a:solidFill>
                  <a:schemeClr val="dk1"/>
                </a:solidFill>
              </a:defRPr>
            </a:lvl2pPr>
            <a:lvl3pPr lvl="2" rtl="0">
              <a:buNone/>
              <a:defRPr sz="1300">
                <a:solidFill>
                  <a:schemeClr val="dk1"/>
                </a:solidFill>
              </a:defRPr>
            </a:lvl3pPr>
            <a:lvl4pPr lvl="3" rtl="0">
              <a:buNone/>
              <a:defRPr sz="1300">
                <a:solidFill>
                  <a:schemeClr val="dk1"/>
                </a:solidFill>
              </a:defRPr>
            </a:lvl4pPr>
            <a:lvl5pPr lvl="4" rtl="0">
              <a:buNone/>
              <a:defRPr sz="1300">
                <a:solidFill>
                  <a:schemeClr val="dk1"/>
                </a:solidFill>
              </a:defRPr>
            </a:lvl5pPr>
            <a:lvl6pPr lvl="5" rtl="0">
              <a:buNone/>
              <a:defRPr sz="1300">
                <a:solidFill>
                  <a:schemeClr val="dk1"/>
                </a:solidFill>
              </a:defRPr>
            </a:lvl6pPr>
            <a:lvl7pPr lvl="6" rtl="0">
              <a:buNone/>
              <a:defRPr sz="1300">
                <a:solidFill>
                  <a:schemeClr val="dk1"/>
                </a:solidFill>
              </a:defRPr>
            </a:lvl7pPr>
            <a:lvl8pPr lvl="7" rtl="0">
              <a:buNone/>
              <a:defRPr sz="1300">
                <a:solidFill>
                  <a:schemeClr val="dk1"/>
                </a:solidFill>
              </a:defRPr>
            </a:lvl8pPr>
            <a:lvl9pPr lvl="8" rtl="0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aramond"/>
              <a:buNone/>
              <a:defRPr sz="4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>
            <a:spLocks noGrp="1"/>
          </p:cNvSpPr>
          <p:nvPr>
            <p:ph type="title"/>
          </p:nvPr>
        </p:nvSpPr>
        <p:spPr>
          <a:xfrm>
            <a:off x="566429" y="1947961"/>
            <a:ext cx="4107600" cy="27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800"/>
              <a:buNone/>
              <a:defRPr sz="5300" b="0" i="0" u="none" strike="noStrike" cap="none">
                <a:solidFill>
                  <a:schemeClr val="dk1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2" name="Google Shape;5412;p9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384" r="3384"/>
          <a:stretch/>
        </p:blipFill>
        <p:spPr>
          <a:xfrm>
            <a:off x="5805256" y="0"/>
            <a:ext cx="6386742" cy="4571677"/>
          </a:xfrm>
          <a:prstGeom prst="rect">
            <a:avLst/>
          </a:prstGeom>
          <a:noFill/>
          <a:ln>
            <a:noFill/>
          </a:ln>
        </p:spPr>
      </p:pic>
      <p:sp>
        <p:nvSpPr>
          <p:cNvPr id="5413" name="Google Shape;5413;p92"/>
          <p:cNvSpPr txBox="1"/>
          <p:nvPr/>
        </p:nvSpPr>
        <p:spPr>
          <a:xfrm>
            <a:off x="624425" y="4408375"/>
            <a:ext cx="51807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E" sz="2000" b="1">
                <a:solidFill>
                  <a:schemeClr val="dk1"/>
                </a:solidFill>
              </a:rPr>
              <a:t>Prof.</a:t>
            </a:r>
            <a:r>
              <a:rPr lang="en-I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Dr. </a:t>
            </a:r>
            <a:r>
              <a:rPr lang="en-IE" sz="2000" b="1">
                <a:solidFill>
                  <a:schemeClr val="dk1"/>
                </a:solidFill>
              </a:rPr>
              <a:t>Paul Buitelaar 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E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Science Institute</a:t>
            </a:r>
            <a:endParaRPr sz="2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E" sz="2000" b="1">
                <a:solidFill>
                  <a:schemeClr val="dk1"/>
                </a:solidFill>
              </a:rPr>
              <a:t>University of Galway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5414" name="Google Shape;5414;p92"/>
          <p:cNvSpPr txBox="1"/>
          <p:nvPr/>
        </p:nvSpPr>
        <p:spPr>
          <a:xfrm>
            <a:off x="624425" y="2055825"/>
            <a:ext cx="5180700" cy="16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4000"/>
            </a:pPr>
            <a:r>
              <a:rPr lang="en-US" sz="2000" b="1" dirty="0">
                <a:solidFill>
                  <a:srgbClr val="D9C49F"/>
                </a:solidFill>
              </a:rPr>
              <a:t>Comparing LLMs and Fine-Tuned Transformer Models for Named Entity Recognition and Relation Extraction in Scientific Knowledge Graph Construction</a:t>
            </a:r>
            <a:endParaRPr lang="en-US" sz="1050" b="1" dirty="0">
              <a:solidFill>
                <a:srgbClr val="D9C49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9" name="Google Shape;5419;p93"/>
          <p:cNvSpPr txBox="1">
            <a:spLocks noGrp="1"/>
          </p:cNvSpPr>
          <p:nvPr>
            <p:ph type="title"/>
          </p:nvPr>
        </p:nvSpPr>
        <p:spPr>
          <a:xfrm>
            <a:off x="520159" y="627293"/>
            <a:ext cx="92265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/>
          <a:p>
            <a:r>
              <a:rPr lang="en-IE" sz="4400" dirty="0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rPr>
              <a:t>Literature Review: Key Updates</a:t>
            </a:r>
            <a:br>
              <a:rPr lang="en-IE" sz="4400" dirty="0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420" name="Google Shape;5420;p93"/>
          <p:cNvSpPr txBox="1">
            <a:spLocks noGrp="1"/>
          </p:cNvSpPr>
          <p:nvPr>
            <p:ph type="body" idx="1"/>
          </p:nvPr>
        </p:nvSpPr>
        <p:spPr>
          <a:xfrm>
            <a:off x="568634" y="1699535"/>
            <a:ext cx="10980300" cy="3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406400">
              <a:lnSpc>
                <a:spcPct val="150000"/>
              </a:lnSpc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 from Recent Literature</a:t>
            </a:r>
          </a:p>
          <a:p>
            <a:pPr lvl="0" indent="-406400">
              <a:lnSpc>
                <a:spcPct val="150000"/>
              </a:lnSpc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 from pipeline → joint learning approaches </a:t>
            </a:r>
          </a:p>
          <a:p>
            <a:pPr lvl="0" indent="-406400">
              <a:lnSpc>
                <a:spcPct val="150000"/>
              </a:lnSpc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Emergence of span-based extraction methods </a:t>
            </a:r>
          </a:p>
          <a:p>
            <a:pPr lvl="0" indent="-406400">
              <a:lnSpc>
                <a:spcPct val="150000"/>
              </a:lnSpc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Increasing use of LLMs for zero/few-shot extraction </a:t>
            </a:r>
          </a:p>
          <a:p>
            <a:pPr lvl="0" indent="-406400">
              <a:lnSpc>
                <a:spcPct val="150000"/>
              </a:lnSpc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Trade-off identified: </a:t>
            </a:r>
          </a:p>
          <a:p>
            <a:pPr lvl="0" indent="-406400">
              <a:lnSpc>
                <a:spcPct val="150000"/>
              </a:lnSpc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Fine-tuned models → higher accuracy </a:t>
            </a:r>
          </a:p>
          <a:p>
            <a:pPr lvl="0" indent="-406400">
              <a:lnSpc>
                <a:spcPct val="150000"/>
              </a:lnSpc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LLMs → more flexible but less consistent </a:t>
            </a: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1" name="Google Shape;5421;p93"/>
          <p:cNvSpPr txBox="1"/>
          <p:nvPr/>
        </p:nvSpPr>
        <p:spPr>
          <a:xfrm>
            <a:off x="7239000" y="61134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 sz="1600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fld>
            <a:endParaRPr sz="1600">
              <a:solidFill>
                <a:srgbClr val="59595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8">
          <a:extLst>
            <a:ext uri="{FF2B5EF4-FFF2-40B4-BE49-F238E27FC236}">
              <a16:creationId xmlns:a16="http://schemas.microsoft.com/office/drawing/2014/main" id="{183B3CCF-BD2A-6EB1-9992-2A478259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9" name="Google Shape;5419;p93">
            <a:extLst>
              <a:ext uri="{FF2B5EF4-FFF2-40B4-BE49-F238E27FC236}">
                <a16:creationId xmlns:a16="http://schemas.microsoft.com/office/drawing/2014/main" id="{6EA3E6B2-C4CA-EB55-43C6-03002442E3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159" y="627293"/>
            <a:ext cx="92265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/>
          <a:p>
            <a:r>
              <a:rPr lang="en-IE" sz="4400" dirty="0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rPr>
              <a:t>[1] Wadden et al. (2019)</a:t>
            </a:r>
            <a:endParaRPr dirty="0"/>
          </a:p>
        </p:txBody>
      </p:sp>
      <p:sp>
        <p:nvSpPr>
          <p:cNvPr id="5420" name="Google Shape;5420;p93">
            <a:extLst>
              <a:ext uri="{FF2B5EF4-FFF2-40B4-BE49-F238E27FC236}">
                <a16:creationId xmlns:a16="http://schemas.microsoft.com/office/drawing/2014/main" id="{5F3221FF-60F7-5AFD-4AC7-D6F8A8B9D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8634" y="1536974"/>
            <a:ext cx="10980300" cy="390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Entity, Relation, and Event Extraction using Contextualized Span Representations</a:t>
            </a:r>
            <a:endParaRPr lang="en-IN" sz="2000" dirty="0"/>
          </a:p>
          <a:p>
            <a:r>
              <a:rPr lang="en-IN" sz="2000" dirty="0"/>
              <a:t>Joint model for entity, relation, and event extraction </a:t>
            </a:r>
          </a:p>
          <a:p>
            <a:r>
              <a:rPr lang="en-IN" sz="2000" dirty="0"/>
              <a:t>Uses span-based representations instead of token-level tagging </a:t>
            </a:r>
          </a:p>
          <a:p>
            <a:r>
              <a:rPr lang="en-IN" sz="2000" dirty="0"/>
              <a:t>Incorporates contextual embeddings (BERT-based) </a:t>
            </a:r>
          </a:p>
          <a:p>
            <a:r>
              <a:rPr lang="en-IN" sz="2000" dirty="0"/>
              <a:t>Reduces error propagation compared to pipeline approaches </a:t>
            </a:r>
          </a:p>
          <a:p>
            <a:r>
              <a:rPr lang="en-IN" sz="2000" b="1" dirty="0"/>
              <a:t>Limitations</a:t>
            </a:r>
            <a:endParaRPr lang="en-IN" sz="2000" dirty="0"/>
          </a:p>
          <a:p>
            <a:r>
              <a:rPr lang="en-IN" sz="2000" dirty="0"/>
              <a:t>Requires labelled training data </a:t>
            </a:r>
          </a:p>
          <a:p>
            <a:r>
              <a:rPr lang="en-IN" sz="2000" dirty="0"/>
              <a:t>Computationally expensive </a:t>
            </a:r>
          </a:p>
          <a:p>
            <a:r>
              <a:rPr lang="en-IN" sz="2000" dirty="0"/>
              <a:t>Limited generalisation to new domains </a:t>
            </a:r>
          </a:p>
          <a:p>
            <a:r>
              <a:rPr lang="en-IN" sz="2000" b="1" dirty="0"/>
              <a:t>Influence on Project</a:t>
            </a:r>
            <a:endParaRPr lang="en-IN" sz="2000" dirty="0"/>
          </a:p>
          <a:p>
            <a:r>
              <a:rPr lang="en-IN" sz="2000" dirty="0"/>
              <a:t>Serves as baseline for supervised extraction approach</a:t>
            </a: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1" name="Google Shape;5421;p93">
            <a:extLst>
              <a:ext uri="{FF2B5EF4-FFF2-40B4-BE49-F238E27FC236}">
                <a16:creationId xmlns:a16="http://schemas.microsoft.com/office/drawing/2014/main" id="{1FFCB23B-3CFC-DEC8-3280-0AA569C7FA5A}"/>
              </a:ext>
            </a:extLst>
          </p:cNvPr>
          <p:cNvSpPr txBox="1"/>
          <p:nvPr/>
        </p:nvSpPr>
        <p:spPr>
          <a:xfrm>
            <a:off x="7239000" y="61134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 sz="1600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fld>
            <a:endParaRPr sz="1600">
              <a:solidFill>
                <a:srgbClr val="59595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115663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8">
          <a:extLst>
            <a:ext uri="{FF2B5EF4-FFF2-40B4-BE49-F238E27FC236}">
              <a16:creationId xmlns:a16="http://schemas.microsoft.com/office/drawing/2014/main" id="{839043BF-D712-CF13-A28F-284856A2F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9" name="Google Shape;5419;p93">
            <a:extLst>
              <a:ext uri="{FF2B5EF4-FFF2-40B4-BE49-F238E27FC236}">
                <a16:creationId xmlns:a16="http://schemas.microsoft.com/office/drawing/2014/main" id="{9054BDE2-3BFD-329F-98F5-09A76B7BDF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159" y="627293"/>
            <a:ext cx="92265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/>
          <a:p>
            <a:r>
              <a:rPr lang="en-IE" sz="4400" dirty="0">
                <a:solidFill>
                  <a:srgbClr val="75114A"/>
                </a:solidFill>
                <a:latin typeface="Calibri"/>
                <a:cs typeface="Calibri"/>
                <a:sym typeface="Calibri"/>
              </a:rPr>
              <a:t>[2] S2AND (2021)</a:t>
            </a:r>
            <a:endParaRPr dirty="0"/>
          </a:p>
        </p:txBody>
      </p:sp>
      <p:sp>
        <p:nvSpPr>
          <p:cNvPr id="5420" name="Google Shape;5420;p93">
            <a:extLst>
              <a:ext uri="{FF2B5EF4-FFF2-40B4-BE49-F238E27FC236}">
                <a16:creationId xmlns:a16="http://schemas.microsoft.com/office/drawing/2014/main" id="{C3F1AB9A-ED2D-BE6D-CBF5-E6E34A88C2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8634" y="1536974"/>
            <a:ext cx="10980300" cy="3939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Benchmark for Author Name Disambiguation</a:t>
            </a:r>
            <a:endParaRPr lang="en-IN" sz="2000" dirty="0"/>
          </a:p>
          <a:p>
            <a:r>
              <a:rPr lang="en-IN" sz="2000" dirty="0"/>
              <a:t>Addresses ambiguity in author identities across papers </a:t>
            </a:r>
          </a:p>
          <a:p>
            <a:r>
              <a:rPr lang="en-IN" sz="2000" dirty="0"/>
              <a:t>Provides dataset and evaluation framework </a:t>
            </a:r>
          </a:p>
          <a:p>
            <a:r>
              <a:rPr lang="en-IN" sz="2000" dirty="0"/>
              <a:t>Improves reliability of academic data </a:t>
            </a:r>
          </a:p>
          <a:p>
            <a:r>
              <a:rPr lang="en-IN" sz="2000" b="1" dirty="0"/>
              <a:t>Limitations</a:t>
            </a:r>
            <a:endParaRPr lang="en-IN" sz="2000" dirty="0"/>
          </a:p>
          <a:p>
            <a:r>
              <a:rPr lang="en-IN" sz="2000" dirty="0"/>
              <a:t>Focus limited to author disambiguation </a:t>
            </a:r>
          </a:p>
          <a:p>
            <a:r>
              <a:rPr lang="en-IN" sz="2000" dirty="0"/>
              <a:t>Does not perform entity or relation extraction </a:t>
            </a:r>
          </a:p>
          <a:p>
            <a:r>
              <a:rPr lang="en-IN" sz="2000" b="1" dirty="0"/>
              <a:t>Influence on Project</a:t>
            </a:r>
            <a:endParaRPr lang="en-IN" sz="2000" dirty="0"/>
          </a:p>
          <a:p>
            <a:r>
              <a:rPr lang="en-IN" sz="2000" dirty="0"/>
              <a:t>Highlights importance of data quality and correctness </a:t>
            </a:r>
          </a:p>
          <a:p>
            <a:r>
              <a:rPr lang="en-IN" sz="2000" dirty="0"/>
              <a:t>Reinforces need for reliable entity representation in knowledge graphs</a:t>
            </a: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Calibri"/>
              <a:buChar char="●"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1" name="Google Shape;5421;p93">
            <a:extLst>
              <a:ext uri="{FF2B5EF4-FFF2-40B4-BE49-F238E27FC236}">
                <a16:creationId xmlns:a16="http://schemas.microsoft.com/office/drawing/2014/main" id="{B8387D23-EAB6-F643-739C-36E3B666BF04}"/>
              </a:ext>
            </a:extLst>
          </p:cNvPr>
          <p:cNvSpPr txBox="1"/>
          <p:nvPr/>
        </p:nvSpPr>
        <p:spPr>
          <a:xfrm>
            <a:off x="7239000" y="61134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 sz="1600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fld>
            <a:endParaRPr sz="1600">
              <a:solidFill>
                <a:srgbClr val="59595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150709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1F15D1-2A5C-F965-2E57-34755A1A1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/>
            <a:r>
              <a:rPr lang="en-IN" b="1" dirty="0"/>
              <a:t>Limitations Identified</a:t>
            </a:r>
          </a:p>
          <a:p>
            <a:r>
              <a:rPr lang="en-IN" dirty="0"/>
              <a:t>Supervised models require large labelled datasets </a:t>
            </a:r>
          </a:p>
          <a:p>
            <a:r>
              <a:rPr lang="en-IN" dirty="0"/>
              <a:t>Pipeline approaches suffer from error propagation </a:t>
            </a:r>
          </a:p>
          <a:p>
            <a:r>
              <a:rPr lang="en-IN" dirty="0"/>
              <a:t>LLM outputs may be inconsistent or unreliable </a:t>
            </a:r>
          </a:p>
          <a:p>
            <a:r>
              <a:rPr lang="en-IN" dirty="0"/>
              <a:t>Existing work lacks direct comparison of approaches </a:t>
            </a:r>
          </a:p>
          <a:p>
            <a:pPr marL="228600" indent="0"/>
            <a:r>
              <a:rPr lang="en-IN" b="1" dirty="0"/>
              <a:t>Impact on Project Design</a:t>
            </a:r>
          </a:p>
          <a:p>
            <a:r>
              <a:rPr lang="en-IN" dirty="0"/>
              <a:t>Compare fine-tuned models vs LLM-based extraction </a:t>
            </a:r>
          </a:p>
          <a:p>
            <a:r>
              <a:rPr lang="en-IN" dirty="0"/>
              <a:t>Focus on both accuracy and consistency </a:t>
            </a:r>
          </a:p>
          <a:p>
            <a:r>
              <a:rPr lang="en-IN" dirty="0"/>
              <a:t>Use evaluation metrics (Precision, Recall, F1-score) </a:t>
            </a:r>
          </a:p>
          <a:p>
            <a:r>
              <a:rPr lang="en-IN" dirty="0"/>
              <a:t>Ensure structured and reliable knowledge graph output</a:t>
            </a:r>
          </a:p>
          <a:p>
            <a:endParaRPr lang="en-IN" dirty="0"/>
          </a:p>
          <a:p>
            <a:r>
              <a:rPr lang="en-IN" dirty="0"/>
              <a:t>These insights define the core research gap addressed in this project.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937553-B05E-E72C-6F4D-7FC3F0AF9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rPr>
              <a:t>Literature Insights &amp; Project Influence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F1C70-0A6D-8C35-4726-1DFC9373995A}"/>
              </a:ext>
            </a:extLst>
          </p:cNvPr>
          <p:cNvSpPr txBox="1"/>
          <p:nvPr/>
        </p:nvSpPr>
        <p:spPr>
          <a:xfrm>
            <a:off x="5606016" y="5922930"/>
            <a:ext cx="61084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 sz="1400" smtClean="0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IE" sz="1400" dirty="0">
              <a:solidFill>
                <a:srgbClr val="59595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3684108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8">
          <a:extLst>
            <a:ext uri="{FF2B5EF4-FFF2-40B4-BE49-F238E27FC236}">
              <a16:creationId xmlns:a16="http://schemas.microsoft.com/office/drawing/2014/main" id="{1D460CE8-580D-EC57-2B48-72B501E8D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9" name="Google Shape;5419;p93">
            <a:extLst>
              <a:ext uri="{FF2B5EF4-FFF2-40B4-BE49-F238E27FC236}">
                <a16:creationId xmlns:a16="http://schemas.microsoft.com/office/drawing/2014/main" id="{0A4F3F6E-4D99-9982-C0DC-9A21EBFB7C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0159" y="627293"/>
            <a:ext cx="92265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50" tIns="27725" rIns="55450" bIns="27725" anchor="t" anchorCtr="0">
            <a:noAutofit/>
          </a:bodyPr>
          <a:lstStyle/>
          <a:p>
            <a:r>
              <a:rPr lang="en-IE" sz="4400" dirty="0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rPr>
              <a:t>Project Refinement</a:t>
            </a:r>
            <a:endParaRPr dirty="0"/>
          </a:p>
        </p:txBody>
      </p:sp>
      <p:sp>
        <p:nvSpPr>
          <p:cNvPr id="5420" name="Google Shape;5420;p93">
            <a:extLst>
              <a:ext uri="{FF2B5EF4-FFF2-40B4-BE49-F238E27FC236}">
                <a16:creationId xmlns:a16="http://schemas.microsoft.com/office/drawing/2014/main" id="{2F82A34F-4442-8535-69F3-6F99E71564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8634" y="1536974"/>
            <a:ext cx="10980300" cy="403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Project Direction</a:t>
            </a:r>
            <a:endParaRPr lang="en-IN" sz="2000" dirty="0"/>
          </a:p>
          <a:p>
            <a:r>
              <a:rPr lang="en-IN" sz="2000" dirty="0"/>
              <a:t>Comparative study of: </a:t>
            </a:r>
          </a:p>
          <a:p>
            <a:pPr lvl="1"/>
            <a:r>
              <a:rPr lang="en-IN" sz="2000" dirty="0"/>
              <a:t>Fine-tuned transformer models (e.g., </a:t>
            </a:r>
            <a:r>
              <a:rPr lang="en-IN" sz="2000" dirty="0" err="1"/>
              <a:t>SciBERT</a:t>
            </a:r>
            <a:r>
              <a:rPr lang="en-IN" sz="2000" dirty="0"/>
              <a:t>) </a:t>
            </a:r>
          </a:p>
          <a:p>
            <a:pPr lvl="1"/>
            <a:r>
              <a:rPr lang="en-IN" sz="2000" dirty="0"/>
              <a:t>LLM-based prompt extraction </a:t>
            </a:r>
          </a:p>
          <a:p>
            <a:r>
              <a:rPr lang="en-IN" sz="2000" dirty="0"/>
              <a:t>Dataset: S2ORC (scientific abstracts) </a:t>
            </a:r>
          </a:p>
          <a:p>
            <a:r>
              <a:rPr lang="en-IN" sz="2000" dirty="0"/>
              <a:t>Evaluation metrics: </a:t>
            </a:r>
          </a:p>
          <a:p>
            <a:pPr lvl="1"/>
            <a:r>
              <a:rPr lang="en-IN" sz="2000" dirty="0"/>
              <a:t>Precision, Recall, F1-score </a:t>
            </a:r>
          </a:p>
          <a:p>
            <a:r>
              <a:rPr lang="en-IN" sz="2000" b="1" dirty="0"/>
              <a:t>Output</a:t>
            </a:r>
            <a:endParaRPr lang="en-IN" sz="2000" dirty="0"/>
          </a:p>
          <a:p>
            <a:r>
              <a:rPr lang="en-IN" sz="2000" dirty="0"/>
              <a:t>Knowledge Graph (Neo4j) </a:t>
            </a:r>
          </a:p>
          <a:p>
            <a:r>
              <a:rPr lang="en-IN" sz="2000" b="1" dirty="0"/>
              <a:t>Key Insight</a:t>
            </a:r>
            <a:endParaRPr lang="en-IN" sz="2000" dirty="0"/>
          </a:p>
          <a:p>
            <a:r>
              <a:rPr lang="en-IN" sz="2000" dirty="0"/>
              <a:t>Effective knowledge graph construction requires both: </a:t>
            </a:r>
          </a:p>
          <a:p>
            <a:pPr lvl="1"/>
            <a:r>
              <a:rPr lang="en-IN" sz="2000" dirty="0"/>
              <a:t>Accurate extraction </a:t>
            </a:r>
          </a:p>
          <a:p>
            <a:pPr lvl="1"/>
            <a:r>
              <a:rPr lang="en-IN" sz="2000" dirty="0"/>
              <a:t>Reliable entity representation</a:t>
            </a:r>
          </a:p>
          <a:p>
            <a:pPr indent="-406400">
              <a:spcAft>
                <a:spcPts val="600"/>
              </a:spcAft>
              <a:buClr>
                <a:schemeClr val="dk1"/>
              </a:buClr>
              <a:buSzPts val="2800"/>
              <a:buFont typeface="Calibri"/>
              <a:buChar char="●"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1" name="Google Shape;5421;p93">
            <a:extLst>
              <a:ext uri="{FF2B5EF4-FFF2-40B4-BE49-F238E27FC236}">
                <a16:creationId xmlns:a16="http://schemas.microsoft.com/office/drawing/2014/main" id="{9E2A9689-FE28-8B68-DA7F-BEC582232EBE}"/>
              </a:ext>
            </a:extLst>
          </p:cNvPr>
          <p:cNvSpPr txBox="1"/>
          <p:nvPr/>
        </p:nvSpPr>
        <p:spPr>
          <a:xfrm>
            <a:off x="7239000" y="611346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 sz="1600">
                <a:solidFill>
                  <a:srgbClr val="595959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fld>
            <a:endParaRPr sz="1600" dirty="0">
              <a:solidFill>
                <a:srgbClr val="595959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307384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F16809-A8D8-DB72-CE92-7B4D3E1B0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[1] D. Wadden, U. Wennberg, Y. Luan, and H. </a:t>
            </a:r>
            <a:r>
              <a:rPr lang="en-IN" dirty="0" err="1"/>
              <a:t>Hajishirzi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“Entity, Relation, and Event Extraction with Contextualized Span Representations,”</a:t>
            </a:r>
            <a:br>
              <a:rPr lang="en-IN" dirty="0"/>
            </a:br>
            <a:r>
              <a:rPr lang="en-IN" dirty="0"/>
              <a:t>in </a:t>
            </a:r>
            <a:r>
              <a:rPr lang="en-IN" i="1" dirty="0"/>
              <a:t>Proceedings of the 2019 Conference on Empirical Methods in Natural Language Processing (EMNLP-IJCNLP)</a:t>
            </a:r>
            <a:r>
              <a:rPr lang="en-IN" dirty="0"/>
              <a:t>, Hong Kong, China, 2019, pp. 5784–5789.</a:t>
            </a:r>
          </a:p>
          <a:p>
            <a:r>
              <a:rPr lang="en-IN" dirty="0"/>
              <a:t>[2] S. Subramanian, D. King, D. Downey, and S. Feldman,</a:t>
            </a:r>
            <a:br>
              <a:rPr lang="en-IN" dirty="0"/>
            </a:br>
            <a:r>
              <a:rPr lang="en-IN" dirty="0"/>
              <a:t>“S2AND: A Benchmark and Evaluation System for Author Name Disambiguation,”</a:t>
            </a:r>
            <a:br>
              <a:rPr lang="en-IN" dirty="0"/>
            </a:br>
            <a:r>
              <a:rPr lang="en-IN" dirty="0"/>
              <a:t>in </a:t>
            </a:r>
            <a:r>
              <a:rPr lang="en-IN" i="1" dirty="0"/>
              <a:t>Proceedings of the ACM/IEEE Joint Conference on Digital Libraries (JCDL)</a:t>
            </a:r>
            <a:r>
              <a:rPr lang="en-IN" dirty="0"/>
              <a:t>, 2021, pp. 170–179.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AC4D74-2CFC-ACAD-F5A0-B57DE1353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75114A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324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Galway Colour-way">
      <a:dk1>
        <a:srgbClr val="000000"/>
      </a:dk1>
      <a:lt1>
        <a:srgbClr val="FFFEFE"/>
      </a:lt1>
      <a:dk2>
        <a:srgbClr val="83003D"/>
      </a:dk2>
      <a:lt2>
        <a:srgbClr val="A70050"/>
      </a:lt2>
      <a:accent1>
        <a:srgbClr val="E5007E"/>
      </a:accent1>
      <a:accent2>
        <a:srgbClr val="007FA3"/>
      </a:accent2>
      <a:accent3>
        <a:srgbClr val="00BE6E"/>
      </a:accent3>
      <a:accent4>
        <a:srgbClr val="F48E2F"/>
      </a:accent4>
      <a:accent5>
        <a:srgbClr val="E20044"/>
      </a:accent5>
      <a:accent6>
        <a:srgbClr val="C4289B"/>
      </a:accent6>
      <a:hlink>
        <a:srgbClr val="A70050"/>
      </a:hlink>
      <a:folHlink>
        <a:srgbClr val="E500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919</TotalTime>
  <Words>470</Words>
  <Application>Microsoft Macintosh PowerPoint</Application>
  <PresentationFormat>Widescreen</PresentationFormat>
  <Paragraphs>71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Spectral</vt:lpstr>
      <vt:lpstr>Garamond</vt:lpstr>
      <vt:lpstr>Arial</vt:lpstr>
      <vt:lpstr>Spectral Light</vt:lpstr>
      <vt:lpstr>Calibri</vt:lpstr>
      <vt:lpstr>Inter</vt:lpstr>
      <vt:lpstr>Office Theme</vt:lpstr>
      <vt:lpstr>Office Theme</vt:lpstr>
      <vt:lpstr>PowerPoint Presentation</vt:lpstr>
      <vt:lpstr>Literature Review: Key Updates </vt:lpstr>
      <vt:lpstr>[1] Wadden et al. (2019)</vt:lpstr>
      <vt:lpstr>[2] S2AND (2021)</vt:lpstr>
      <vt:lpstr>Literature Insights &amp; Project Influence</vt:lpstr>
      <vt:lpstr>Project Refinement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</dc:creator>
  <cp:lastModifiedBy>Milan, Mridul</cp:lastModifiedBy>
  <cp:revision>39</cp:revision>
  <dcterms:modified xsi:type="dcterms:W3CDTF">2026-04-07T08:53:32Z</dcterms:modified>
</cp:coreProperties>
</file>